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4"/>
  </p:sldMasterIdLst>
  <p:notesMasterIdLst>
    <p:notesMasterId r:id="rId50"/>
  </p:notesMasterIdLst>
  <p:sldIdLst>
    <p:sldId id="2141411575" r:id="rId5"/>
    <p:sldId id="2147483641" r:id="rId6"/>
    <p:sldId id="2147483643" r:id="rId7"/>
    <p:sldId id="2147483640" r:id="rId8"/>
    <p:sldId id="2147470838" r:id="rId9"/>
    <p:sldId id="2147483632" r:id="rId10"/>
    <p:sldId id="2147483633" r:id="rId11"/>
    <p:sldId id="2147470818" r:id="rId12"/>
    <p:sldId id="17263" r:id="rId13"/>
    <p:sldId id="17233" r:id="rId14"/>
    <p:sldId id="2147483638" r:id="rId15"/>
    <p:sldId id="2141411571" r:id="rId16"/>
    <p:sldId id="2141411569" r:id="rId17"/>
    <p:sldId id="1439" r:id="rId18"/>
    <p:sldId id="2147470451" r:id="rId19"/>
    <p:sldId id="17226" r:id="rId20"/>
    <p:sldId id="2147470382" r:id="rId21"/>
    <p:sldId id="2147470380" r:id="rId22"/>
    <p:sldId id="2147483644" r:id="rId23"/>
    <p:sldId id="2147483637" r:id="rId24"/>
    <p:sldId id="2147483645" r:id="rId25"/>
    <p:sldId id="2147483646" r:id="rId26"/>
    <p:sldId id="2147483647" r:id="rId27"/>
    <p:sldId id="2147483639" r:id="rId28"/>
    <p:sldId id="2147470851" r:id="rId29"/>
    <p:sldId id="2147470852" r:id="rId30"/>
    <p:sldId id="2147470853" r:id="rId31"/>
    <p:sldId id="2147470854" r:id="rId32"/>
    <p:sldId id="2147470855" r:id="rId33"/>
    <p:sldId id="2147470856" r:id="rId34"/>
    <p:sldId id="2147470857" r:id="rId35"/>
    <p:sldId id="2147470858" r:id="rId36"/>
    <p:sldId id="2147470859" r:id="rId37"/>
    <p:sldId id="2147470860" r:id="rId38"/>
    <p:sldId id="2147470861" r:id="rId39"/>
    <p:sldId id="2147470862" r:id="rId40"/>
    <p:sldId id="2147470863" r:id="rId41"/>
    <p:sldId id="2147470864" r:id="rId42"/>
    <p:sldId id="2147470865" r:id="rId43"/>
    <p:sldId id="2147470866" r:id="rId44"/>
    <p:sldId id="2147470867" r:id="rId45"/>
    <p:sldId id="2147470868" r:id="rId46"/>
    <p:sldId id="2147470870" r:id="rId47"/>
    <p:sldId id="2147470871" r:id="rId48"/>
    <p:sldId id="2147470872" r:id="rId49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D02DE4A-263C-9CB5-063B-221C0073C732}" name="Cesar Bergamin Duarte" initials="CD" userId="S::duarte_cesar@sicredi.com.br::e4e16086-7f94-4d9e-bc07-a661fa0bdb77" providerId="AD"/>
  <p188:author id="{7B67A865-05CC-A24B-02B2-E391647E633A}" name="Alejandro Coll Oliver" initials="AO" userId="S::alejandro_oliver@sicredi.com.br::53c18cae-60e6-451e-ad43-31064c11af9f" providerId="AD"/>
  <p188:author id="{4E34BA79-AE97-F699-C6B9-C4452584020F}" name="Matheus da Silva Roza" initials="MR" userId="S::matheus_roza@sicredi.com.br::1b570da9-cbf0-4703-8e5a-f352bc28e5e4" providerId="AD"/>
  <p188:author id="{490E4393-9459-8555-687B-AAE0F512FACC}" name="Marcelo de Souza Lisboa" initials="ML" userId="S::marcelo_lisboa@sicredi.com.br::d488bd14-8317-41a7-af20-c85f0062bf7a" providerId="AD"/>
  <p188:author id="{A9C36EBB-D7C7-0671-39D4-C0AA05EBD0B7}" name="Andre da Rocha Trierveiler" initials="AT" userId="S::andre_trierveiler@sicredi.com.br::39e4beca-1889-4559-a573-ed05a8ea35a2" providerId="AD"/>
  <p188:author id="{7985E2D3-A2C3-103B-9335-64A319C6CF48}" name="Fernando Bastos da Silva" initials="FS" userId="S::fernando_bastos@sicredi.com.br::63e9a519-9ad9-4dbe-8b06-3d7c16cbd5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5C7"/>
    <a:srgbClr val="3FA110"/>
    <a:srgbClr val="303030"/>
    <a:srgbClr val="5A645A"/>
    <a:srgbClr val="FFFFFF"/>
    <a:srgbClr val="596359"/>
    <a:srgbClr val="E2F0D9"/>
    <a:srgbClr val="1A6C1A"/>
    <a:srgbClr val="64C832"/>
    <a:srgbClr val="004C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56BC6-CFE0-40CE-B9AC-40DFF4E3F153}" v="37" dt="2025-10-22T01:26:52.084"/>
    <p1510:client id="{A1C02F58-EA61-4345-ABF4-10D54580211D}" v="9" dt="2025-10-22T01:38:00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1" autoAdjust="0"/>
    <p:restoredTop sz="93305" autoAdjust="0"/>
  </p:normalViewPr>
  <p:slideViewPr>
    <p:cSldViewPr snapToGrid="0">
      <p:cViewPr>
        <p:scale>
          <a:sx n="100" d="100"/>
          <a:sy n="100" d="100"/>
        </p:scale>
        <p:origin x="1326" y="4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da Rocha Trierveiler" userId="39e4beca-1889-4559-a573-ed05a8ea35a2" providerId="ADAL" clId="{2C156BC6-CFE0-40CE-B9AC-40DFF4E3F153}"/>
    <pc:docChg chg="undo redo custSel addSld delSld modSld">
      <pc:chgData name="Andre da Rocha Trierveiler" userId="39e4beca-1889-4559-a573-ed05a8ea35a2" providerId="ADAL" clId="{2C156BC6-CFE0-40CE-B9AC-40DFF4E3F153}" dt="2025-10-22T01:26:59.010" v="972" actId="478"/>
      <pc:docMkLst>
        <pc:docMk/>
      </pc:docMkLst>
      <pc:sldChg chg="del">
        <pc:chgData name="Andre da Rocha Trierveiler" userId="39e4beca-1889-4559-a573-ed05a8ea35a2" providerId="ADAL" clId="{2C156BC6-CFE0-40CE-B9AC-40DFF4E3F153}" dt="2025-10-22T00:54:53.192" v="21" actId="47"/>
        <pc:sldMkLst>
          <pc:docMk/>
          <pc:sldMk cId="0" sldId="259"/>
        </pc:sldMkLst>
      </pc:sldChg>
      <pc:sldChg chg="modSp del mod">
        <pc:chgData name="Andre da Rocha Trierveiler" userId="39e4beca-1889-4559-a573-ed05a8ea35a2" providerId="ADAL" clId="{2C156BC6-CFE0-40CE-B9AC-40DFF4E3F153}" dt="2025-10-22T00:54:55.825" v="22" actId="47"/>
        <pc:sldMkLst>
          <pc:docMk/>
          <pc:sldMk cId="0" sldId="264"/>
        </pc:sldMkLst>
        <pc:picChg chg="mod">
          <ac:chgData name="Andre da Rocha Trierveiler" userId="39e4beca-1889-4559-a573-ed05a8ea35a2" providerId="ADAL" clId="{2C156BC6-CFE0-40CE-B9AC-40DFF4E3F153}" dt="2025-10-22T00:54:41.827" v="20" actId="1076"/>
          <ac:picMkLst>
            <pc:docMk/>
            <pc:sldMk cId="0" sldId="264"/>
            <ac:picMk id="2" creationId="{A24A9A7F-865D-CB24-D11F-8280C7DCD0DD}"/>
          </ac:picMkLst>
        </pc:picChg>
      </pc:sldChg>
      <pc:sldChg chg="modSp mod">
        <pc:chgData name="Andre da Rocha Trierveiler" userId="39e4beca-1889-4559-a573-ed05a8ea35a2" providerId="ADAL" clId="{2C156BC6-CFE0-40CE-B9AC-40DFF4E3F153}" dt="2025-10-22T00:53:43.128" v="19" actId="2711"/>
        <pc:sldMkLst>
          <pc:docMk/>
          <pc:sldMk cId="1667279364" sldId="1439"/>
        </pc:sldMkLst>
        <pc:spChg chg="mod">
          <ac:chgData name="Andre da Rocha Trierveiler" userId="39e4beca-1889-4559-a573-ed05a8ea35a2" providerId="ADAL" clId="{2C156BC6-CFE0-40CE-B9AC-40DFF4E3F153}" dt="2025-10-22T00:53:27.458" v="13" actId="2711"/>
          <ac:spMkLst>
            <pc:docMk/>
            <pc:sldMk cId="1667279364" sldId="1439"/>
            <ac:spMk id="2" creationId="{5E575D42-C373-4C9C-9536-6F2F34AD2742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5" creationId="{9DF500E7-A30C-30FC-CA8A-2D5007A6A5E0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10" creationId="{80B6A376-E59B-03D8-0EC1-91BA860B68AC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12" creationId="{A039BF33-509B-F333-C90E-73041907970C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18" creationId="{B6E3E9AC-0681-FD2B-9C32-3CC7C858D9F2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19" creationId="{E3C4DFC1-5D52-6D30-12A8-EAB3BF835900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20" creationId="{F8FF6983-9885-260A-D2E7-934B47FFB0EB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21" creationId="{606401A3-4B90-E141-20AE-704359E90EBB}"/>
          </ac:spMkLst>
        </pc:spChg>
        <pc:spChg chg="mod">
          <ac:chgData name="Andre da Rocha Trierveiler" userId="39e4beca-1889-4559-a573-ed05a8ea35a2" providerId="ADAL" clId="{2C156BC6-CFE0-40CE-B9AC-40DFF4E3F153}" dt="2025-10-22T00:53:43.128" v="19" actId="2711"/>
          <ac:spMkLst>
            <pc:docMk/>
            <pc:sldMk cId="1667279364" sldId="1439"/>
            <ac:spMk id="22" creationId="{B4979B54-DA7D-1704-B4E1-D3E90E25142E}"/>
          </ac:spMkLst>
        </pc:spChg>
      </pc:sldChg>
      <pc:sldChg chg="addSp delSp modSp mod">
        <pc:chgData name="Andre da Rocha Trierveiler" userId="39e4beca-1889-4559-a573-ed05a8ea35a2" providerId="ADAL" clId="{2C156BC6-CFE0-40CE-B9AC-40DFF4E3F153}" dt="2025-10-22T01:13:43.979" v="390" actId="1035"/>
        <pc:sldMkLst>
          <pc:docMk/>
          <pc:sldMk cId="1822567923" sldId="17233"/>
        </pc:sldMkLst>
        <pc:spChg chg="add mod">
          <ac:chgData name="Andre da Rocha Trierveiler" userId="39e4beca-1889-4559-a573-ed05a8ea35a2" providerId="ADAL" clId="{2C156BC6-CFE0-40CE-B9AC-40DFF4E3F153}" dt="2025-10-22T01:13:43.979" v="390" actId="1035"/>
          <ac:spMkLst>
            <pc:docMk/>
            <pc:sldMk cId="1822567923" sldId="17233"/>
            <ac:spMk id="2" creationId="{EB27BD60-5CF1-E907-2355-506526493F17}"/>
          </ac:spMkLst>
        </pc:spChg>
        <pc:picChg chg="del">
          <ac:chgData name="Andre da Rocha Trierveiler" userId="39e4beca-1889-4559-a573-ed05a8ea35a2" providerId="ADAL" clId="{2C156BC6-CFE0-40CE-B9AC-40DFF4E3F153}" dt="2025-10-22T01:13:31.586" v="385" actId="478"/>
          <ac:picMkLst>
            <pc:docMk/>
            <pc:sldMk cId="1822567923" sldId="17233"/>
            <ac:picMk id="5" creationId="{00000000-0000-0000-0000-000000000000}"/>
          </ac:picMkLst>
        </pc:picChg>
      </pc:sldChg>
      <pc:sldChg chg="del">
        <pc:chgData name="Andre da Rocha Trierveiler" userId="39e4beca-1889-4559-a573-ed05a8ea35a2" providerId="ADAL" clId="{2C156BC6-CFE0-40CE-B9AC-40DFF4E3F153}" dt="2025-10-22T00:52:52.006" v="10" actId="47"/>
        <pc:sldMkLst>
          <pc:docMk/>
          <pc:sldMk cId="2955367998" sldId="17261"/>
        </pc:sldMkLst>
      </pc:sldChg>
      <pc:sldChg chg="modSp mod">
        <pc:chgData name="Andre da Rocha Trierveiler" userId="39e4beca-1889-4559-a573-ed05a8ea35a2" providerId="ADAL" clId="{2C156BC6-CFE0-40CE-B9AC-40DFF4E3F153}" dt="2025-10-22T00:52:06.935" v="8" actId="692"/>
        <pc:sldMkLst>
          <pc:docMk/>
          <pc:sldMk cId="2850943910" sldId="2141411571"/>
        </pc:sldMkLst>
        <pc:graphicFrameChg chg="mod modGraphic">
          <ac:chgData name="Andre da Rocha Trierveiler" userId="39e4beca-1889-4559-a573-ed05a8ea35a2" providerId="ADAL" clId="{2C156BC6-CFE0-40CE-B9AC-40DFF4E3F153}" dt="2025-10-22T00:52:06.935" v="8" actId="692"/>
          <ac:graphicFrameMkLst>
            <pc:docMk/>
            <pc:sldMk cId="2850943910" sldId="2141411571"/>
            <ac:graphicFrameMk id="3" creationId="{5037624B-0670-2EF8-8DD8-0FA03C787A0D}"/>
          </ac:graphicFrameMkLst>
        </pc:graphicFrameChg>
        <pc:graphicFrameChg chg="modGraphic">
          <ac:chgData name="Andre da Rocha Trierveiler" userId="39e4beca-1889-4559-a573-ed05a8ea35a2" providerId="ADAL" clId="{2C156BC6-CFE0-40CE-B9AC-40DFF4E3F153}" dt="2025-10-22T00:51:36.285" v="6" actId="207"/>
          <ac:graphicFrameMkLst>
            <pc:docMk/>
            <pc:sldMk cId="2850943910" sldId="2141411571"/>
            <ac:graphicFrameMk id="25" creationId="{58E59566-9913-1769-FB66-E28EBE5A4E14}"/>
          </ac:graphicFrameMkLst>
        </pc:graphicFrameChg>
      </pc:sldChg>
      <pc:sldChg chg="addSp delSp modSp mod">
        <pc:chgData name="Andre da Rocha Trierveiler" userId="39e4beca-1889-4559-a573-ed05a8ea35a2" providerId="ADAL" clId="{2C156BC6-CFE0-40CE-B9AC-40DFF4E3F153}" dt="2025-10-22T01:16:21.407" v="457" actId="14100"/>
        <pc:sldMkLst>
          <pc:docMk/>
          <pc:sldMk cId="0" sldId="2141411575"/>
        </pc:sldMkLst>
        <pc:spChg chg="mod">
          <ac:chgData name="Andre da Rocha Trierveiler" userId="39e4beca-1889-4559-a573-ed05a8ea35a2" providerId="ADAL" clId="{2C156BC6-CFE0-40CE-B9AC-40DFF4E3F153}" dt="2025-10-22T01:14:49.529" v="441" actId="207"/>
          <ac:spMkLst>
            <pc:docMk/>
            <pc:sldMk cId="0" sldId="2141411575"/>
            <ac:spMk id="4" creationId="{69726A00-3626-D2AA-8DF0-C606C15E8EE7}"/>
          </ac:spMkLst>
        </pc:spChg>
        <pc:spChg chg="mod">
          <ac:chgData name="Andre da Rocha Trierveiler" userId="39e4beca-1889-4559-a573-ed05a8ea35a2" providerId="ADAL" clId="{2C156BC6-CFE0-40CE-B9AC-40DFF4E3F153}" dt="2025-10-22T01:09:00.965" v="381" actId="2711"/>
          <ac:spMkLst>
            <pc:docMk/>
            <pc:sldMk cId="0" sldId="2141411575"/>
            <ac:spMk id="9" creationId="{71CFDE44-1F16-93C2-6E05-D0427F733C0A}"/>
          </ac:spMkLst>
        </pc:spChg>
        <pc:spChg chg="mod">
          <ac:chgData name="Andre da Rocha Trierveiler" userId="39e4beca-1889-4559-a573-ed05a8ea35a2" providerId="ADAL" clId="{2C156BC6-CFE0-40CE-B9AC-40DFF4E3F153}" dt="2025-10-22T01:05:38.156" v="212"/>
          <ac:spMkLst>
            <pc:docMk/>
            <pc:sldMk cId="0" sldId="2141411575"/>
            <ac:spMk id="15" creationId="{946CF715-9B20-1C85-3211-23AE14FB6898}"/>
          </ac:spMkLst>
        </pc:spChg>
        <pc:spChg chg="mod">
          <ac:chgData name="Andre da Rocha Trierveiler" userId="39e4beca-1889-4559-a573-ed05a8ea35a2" providerId="ADAL" clId="{2C156BC6-CFE0-40CE-B9AC-40DFF4E3F153}" dt="2025-10-22T01:05:38.156" v="212"/>
          <ac:spMkLst>
            <pc:docMk/>
            <pc:sldMk cId="0" sldId="2141411575"/>
            <ac:spMk id="17" creationId="{53C8D1F1-90C7-74DA-27B1-64EB71870B7B}"/>
          </ac:spMkLst>
        </pc:spChg>
        <pc:spChg chg="mod">
          <ac:chgData name="Andre da Rocha Trierveiler" userId="39e4beca-1889-4559-a573-ed05a8ea35a2" providerId="ADAL" clId="{2C156BC6-CFE0-40CE-B9AC-40DFF4E3F153}" dt="2025-10-22T01:05:38.156" v="212"/>
          <ac:spMkLst>
            <pc:docMk/>
            <pc:sldMk cId="0" sldId="2141411575"/>
            <ac:spMk id="18" creationId="{B5C0E438-B703-47F8-E9F2-F71CB314B950}"/>
          </ac:spMkLst>
        </pc:spChg>
        <pc:spChg chg="mod">
          <ac:chgData name="Andre da Rocha Trierveiler" userId="39e4beca-1889-4559-a573-ed05a8ea35a2" providerId="ADAL" clId="{2C156BC6-CFE0-40CE-B9AC-40DFF4E3F153}" dt="2025-10-22T01:05:38.156" v="212"/>
          <ac:spMkLst>
            <pc:docMk/>
            <pc:sldMk cId="0" sldId="2141411575"/>
            <ac:spMk id="19" creationId="{A6B80E16-8A5E-19E8-A5C2-F03C611A5650}"/>
          </ac:spMkLst>
        </pc:spChg>
        <pc:spChg chg="add del mod">
          <ac:chgData name="Andre da Rocha Trierveiler" userId="39e4beca-1889-4559-a573-ed05a8ea35a2" providerId="ADAL" clId="{2C156BC6-CFE0-40CE-B9AC-40DFF4E3F153}" dt="2025-10-22T01:16:06.704" v="452" actId="478"/>
          <ac:spMkLst>
            <pc:docMk/>
            <pc:sldMk cId="0" sldId="2141411575"/>
            <ac:spMk id="24" creationId="{5D4F518B-EEB3-723B-B2BC-7F87987D53A9}"/>
          </ac:spMkLst>
        </pc:spChg>
        <pc:spChg chg="add mod">
          <ac:chgData name="Andre da Rocha Trierveiler" userId="39e4beca-1889-4559-a573-ed05a8ea35a2" providerId="ADAL" clId="{2C156BC6-CFE0-40CE-B9AC-40DFF4E3F153}" dt="2025-10-22T01:16:00.005" v="448"/>
          <ac:spMkLst>
            <pc:docMk/>
            <pc:sldMk cId="0" sldId="2141411575"/>
            <ac:spMk id="25" creationId="{F6FD782C-2F85-36E8-77A3-64D5CF107897}"/>
          </ac:spMkLst>
        </pc:spChg>
        <pc:grpChg chg="add mod">
          <ac:chgData name="Andre da Rocha Trierveiler" userId="39e4beca-1889-4559-a573-ed05a8ea35a2" providerId="ADAL" clId="{2C156BC6-CFE0-40CE-B9AC-40DFF4E3F153}" dt="2025-10-22T01:06:04.435" v="220" actId="1076"/>
          <ac:grpSpMkLst>
            <pc:docMk/>
            <pc:sldMk cId="0" sldId="2141411575"/>
            <ac:grpSpMk id="14" creationId="{2A21ECC2-BDF1-F97B-BCC5-87EE57895A44}"/>
          </ac:grpSpMkLst>
        </pc:grpChg>
        <pc:picChg chg="add del mod">
          <ac:chgData name="Andre da Rocha Trierveiler" userId="39e4beca-1889-4559-a573-ed05a8ea35a2" providerId="ADAL" clId="{2C156BC6-CFE0-40CE-B9AC-40DFF4E3F153}" dt="2025-10-22T00:59:21.786" v="41" actId="478"/>
          <ac:picMkLst>
            <pc:docMk/>
            <pc:sldMk cId="0" sldId="2141411575"/>
            <ac:picMk id="2" creationId="{00000000-0000-0000-0000-000000000000}"/>
          </ac:picMkLst>
        </pc:picChg>
        <pc:picChg chg="add mod ord">
          <ac:chgData name="Andre da Rocha Trierveiler" userId="39e4beca-1889-4559-a573-ed05a8ea35a2" providerId="ADAL" clId="{2C156BC6-CFE0-40CE-B9AC-40DFF4E3F153}" dt="2025-10-22T01:16:21.407" v="457" actId="14100"/>
          <ac:picMkLst>
            <pc:docMk/>
            <pc:sldMk cId="0" sldId="2141411575"/>
            <ac:picMk id="23" creationId="{70C41EF5-26A4-3A1D-FEFB-2852E72481D3}"/>
          </ac:picMkLst>
        </pc:picChg>
        <pc:cxnChg chg="add mod">
          <ac:chgData name="Andre da Rocha Trierveiler" userId="39e4beca-1889-4559-a573-ed05a8ea35a2" providerId="ADAL" clId="{2C156BC6-CFE0-40CE-B9AC-40DFF4E3F153}" dt="2025-10-22T01:08:28.929" v="372" actId="692"/>
          <ac:cxnSpMkLst>
            <pc:docMk/>
            <pc:sldMk cId="0" sldId="2141411575"/>
            <ac:cxnSpMk id="11" creationId="{535EE4BB-CF48-A469-2D50-F51DFE6038C7}"/>
          </ac:cxnSpMkLst>
        </pc:cxnChg>
        <pc:cxnChg chg="add mod">
          <ac:chgData name="Andre da Rocha Trierveiler" userId="39e4beca-1889-4559-a573-ed05a8ea35a2" providerId="ADAL" clId="{2C156BC6-CFE0-40CE-B9AC-40DFF4E3F153}" dt="2025-10-22T01:08:29.245" v="373" actId="692"/>
          <ac:cxnSpMkLst>
            <pc:docMk/>
            <pc:sldMk cId="0" sldId="2141411575"/>
            <ac:cxnSpMk id="12" creationId="{6E87C9EE-7316-C472-23ED-2211E2C66E39}"/>
          </ac:cxnSpMkLst>
        </pc:cxnChg>
        <pc:cxnChg chg="add mod">
          <ac:chgData name="Andre da Rocha Trierveiler" userId="39e4beca-1889-4559-a573-ed05a8ea35a2" providerId="ADAL" clId="{2C156BC6-CFE0-40CE-B9AC-40DFF4E3F153}" dt="2025-10-22T01:08:39.199" v="380" actId="692"/>
          <ac:cxnSpMkLst>
            <pc:docMk/>
            <pc:sldMk cId="0" sldId="2141411575"/>
            <ac:cxnSpMk id="13" creationId="{4E6BEE3E-5C62-2DE0-6763-C17BE93D6738}"/>
          </ac:cxnSpMkLst>
        </pc:cxnChg>
        <pc:cxnChg chg="add del mod">
          <ac:chgData name="Andre da Rocha Trierveiler" userId="39e4beca-1889-4559-a573-ed05a8ea35a2" providerId="ADAL" clId="{2C156BC6-CFE0-40CE-B9AC-40DFF4E3F153}" dt="2025-10-22T01:08:35.146" v="379" actId="478"/>
          <ac:cxnSpMkLst>
            <pc:docMk/>
            <pc:sldMk cId="0" sldId="2141411575"/>
            <ac:cxnSpMk id="20" creationId="{4DEA80EF-31B4-1B28-0DCE-B10D13C26BB4}"/>
          </ac:cxnSpMkLst>
        </pc:cxnChg>
        <pc:cxnChg chg="add del mod">
          <ac:chgData name="Andre da Rocha Trierveiler" userId="39e4beca-1889-4559-a573-ed05a8ea35a2" providerId="ADAL" clId="{2C156BC6-CFE0-40CE-B9AC-40DFF4E3F153}" dt="2025-10-22T01:08:34.907" v="378" actId="478"/>
          <ac:cxnSpMkLst>
            <pc:docMk/>
            <pc:sldMk cId="0" sldId="2141411575"/>
            <ac:cxnSpMk id="21" creationId="{C9C50E70-AD14-CE9F-5CFE-5B9C0A9CD177}"/>
          </ac:cxnSpMkLst>
        </pc:cxnChg>
      </pc:sldChg>
      <pc:sldChg chg="addSp delSp mod">
        <pc:chgData name="Andre da Rocha Trierveiler" userId="39e4beca-1889-4559-a573-ed05a8ea35a2" providerId="ADAL" clId="{2C156BC6-CFE0-40CE-B9AC-40DFF4E3F153}" dt="2025-10-22T01:13:11.920" v="384" actId="478"/>
        <pc:sldMkLst>
          <pc:docMk/>
          <pc:sldMk cId="946702531" sldId="2147470380"/>
        </pc:sldMkLst>
        <pc:picChg chg="add del">
          <ac:chgData name="Andre da Rocha Trierveiler" userId="39e4beca-1889-4559-a573-ed05a8ea35a2" providerId="ADAL" clId="{2C156BC6-CFE0-40CE-B9AC-40DFF4E3F153}" dt="2025-10-22T01:13:11.920" v="384" actId="478"/>
          <ac:picMkLst>
            <pc:docMk/>
            <pc:sldMk cId="946702531" sldId="2147470380"/>
            <ac:picMk id="3" creationId="{D8D287E2-6327-336D-7989-F74C930B494D}"/>
          </ac:picMkLst>
        </pc:picChg>
      </pc:sldChg>
      <pc:sldChg chg="del">
        <pc:chgData name="Andre da Rocha Trierveiler" userId="39e4beca-1889-4559-a573-ed05a8ea35a2" providerId="ADAL" clId="{2C156BC6-CFE0-40CE-B9AC-40DFF4E3F153}" dt="2025-10-22T00:55:13.698" v="23" actId="47"/>
        <pc:sldMkLst>
          <pc:docMk/>
          <pc:sldMk cId="3096218524" sldId="2147470850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2942842850" sldId="2147470851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2841778360" sldId="2147470852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411828528" sldId="2147470853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2038226756" sldId="2147470854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4138787395" sldId="2147470855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583168695" sldId="2147470856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623502167" sldId="2147470857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319506923" sldId="2147470858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4064506277" sldId="2147470859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915806619" sldId="2147470860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1711213285" sldId="2147470861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585066095" sldId="2147470862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177748215" sldId="2147470863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592607887" sldId="2147470864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723433403" sldId="2147470865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1691861591" sldId="2147470866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820179038" sldId="2147470867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1021229382" sldId="2147470868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257947908" sldId="2147470870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2344576698" sldId="2147470871"/>
        </pc:sldMkLst>
      </pc:sldChg>
      <pc:sldChg chg="add">
        <pc:chgData name="Andre da Rocha Trierveiler" userId="39e4beca-1889-4559-a573-ed05a8ea35a2" providerId="ADAL" clId="{2C156BC6-CFE0-40CE-B9AC-40DFF4E3F153}" dt="2025-10-22T01:26:26.445" v="947"/>
        <pc:sldMkLst>
          <pc:docMk/>
          <pc:sldMk cId="3416351675" sldId="2147470872"/>
        </pc:sldMkLst>
      </pc:sldChg>
      <pc:sldChg chg="del">
        <pc:chgData name="Andre da Rocha Trierveiler" userId="39e4beca-1889-4559-a573-ed05a8ea35a2" providerId="ADAL" clId="{2C156BC6-CFE0-40CE-B9AC-40DFF4E3F153}" dt="2025-10-22T00:52:47.458" v="9" actId="47"/>
        <pc:sldMkLst>
          <pc:docMk/>
          <pc:sldMk cId="2652863784" sldId="2147483636"/>
        </pc:sldMkLst>
      </pc:sldChg>
      <pc:sldChg chg="delSp modSp add del mod modNotesTx">
        <pc:chgData name="Andre da Rocha Trierveiler" userId="39e4beca-1889-4559-a573-ed05a8ea35a2" providerId="ADAL" clId="{2C156BC6-CFE0-40CE-B9AC-40DFF4E3F153}" dt="2025-10-22T01:20:36.109" v="528" actId="1076"/>
        <pc:sldMkLst>
          <pc:docMk/>
          <pc:sldMk cId="4225632842" sldId="2147483637"/>
        </pc:sldMkLst>
        <pc:spChg chg="mod">
          <ac:chgData name="Andre da Rocha Trierveiler" userId="39e4beca-1889-4559-a573-ed05a8ea35a2" providerId="ADAL" clId="{2C156BC6-CFE0-40CE-B9AC-40DFF4E3F153}" dt="2025-10-22T01:20:36.109" v="528" actId="1076"/>
          <ac:spMkLst>
            <pc:docMk/>
            <pc:sldMk cId="4225632842" sldId="2147483637"/>
            <ac:spMk id="4" creationId="{5F31F62C-E1A3-A3A5-47C8-21D1CAAF45F8}"/>
          </ac:spMkLst>
        </pc:spChg>
        <pc:picChg chg="del">
          <ac:chgData name="Andre da Rocha Trierveiler" userId="39e4beca-1889-4559-a573-ed05a8ea35a2" providerId="ADAL" clId="{2C156BC6-CFE0-40CE-B9AC-40DFF4E3F153}" dt="2025-10-22T01:20:33.216" v="527" actId="478"/>
          <ac:picMkLst>
            <pc:docMk/>
            <pc:sldMk cId="4225632842" sldId="2147483637"/>
            <ac:picMk id="2" creationId="{D9EC4686-A497-565D-08AA-5E3ADDE7A7B0}"/>
          </ac:picMkLst>
        </pc:picChg>
      </pc:sldChg>
      <pc:sldChg chg="modSp mod">
        <pc:chgData name="Andre da Rocha Trierveiler" userId="39e4beca-1889-4559-a573-ed05a8ea35a2" providerId="ADAL" clId="{2C156BC6-CFE0-40CE-B9AC-40DFF4E3F153}" dt="2025-10-22T00:53:16.754" v="12" actId="1076"/>
        <pc:sldMkLst>
          <pc:docMk/>
          <pc:sldMk cId="1950551474" sldId="2147483638"/>
        </pc:sldMkLst>
        <pc:spChg chg="mod">
          <ac:chgData name="Andre da Rocha Trierveiler" userId="39e4beca-1889-4559-a573-ed05a8ea35a2" providerId="ADAL" clId="{2C156BC6-CFE0-40CE-B9AC-40DFF4E3F153}" dt="2025-10-22T00:53:16.754" v="12" actId="1076"/>
          <ac:spMkLst>
            <pc:docMk/>
            <pc:sldMk cId="1950551474" sldId="2147483638"/>
            <ac:spMk id="4" creationId="{D44F9D17-F2DC-4949-B971-D8192563519B}"/>
          </ac:spMkLst>
        </pc:spChg>
      </pc:sldChg>
      <pc:sldChg chg="addSp delSp modSp add mod">
        <pc:chgData name="Andre da Rocha Trierveiler" userId="39e4beca-1889-4559-a573-ed05a8ea35a2" providerId="ADAL" clId="{2C156BC6-CFE0-40CE-B9AC-40DFF4E3F153}" dt="2025-10-22T01:26:46.537" v="964" actId="20577"/>
        <pc:sldMkLst>
          <pc:docMk/>
          <pc:sldMk cId="1915401775" sldId="2147483639"/>
        </pc:sldMkLst>
        <pc:spChg chg="add mod">
          <ac:chgData name="Andre da Rocha Trierveiler" userId="39e4beca-1889-4559-a573-ed05a8ea35a2" providerId="ADAL" clId="{2C156BC6-CFE0-40CE-B9AC-40DFF4E3F153}" dt="2025-10-22T01:26:46.537" v="964" actId="20577"/>
          <ac:spMkLst>
            <pc:docMk/>
            <pc:sldMk cId="1915401775" sldId="2147483639"/>
            <ac:spMk id="3" creationId="{6A4CFADC-E422-B408-82BE-DC89709D3325}"/>
          </ac:spMkLst>
        </pc:spChg>
        <pc:spChg chg="del">
          <ac:chgData name="Andre da Rocha Trierveiler" userId="39e4beca-1889-4559-a573-ed05a8ea35a2" providerId="ADAL" clId="{2C156BC6-CFE0-40CE-B9AC-40DFF4E3F153}" dt="2025-10-22T00:56:40.504" v="27" actId="478"/>
          <ac:spMkLst>
            <pc:docMk/>
            <pc:sldMk cId="1915401775" sldId="2147483639"/>
            <ac:spMk id="5" creationId="{28FF6CC0-6123-1579-2C4D-2A9685C4AEEA}"/>
          </ac:spMkLst>
        </pc:spChg>
        <pc:spChg chg="del">
          <ac:chgData name="Andre da Rocha Trierveiler" userId="39e4beca-1889-4559-a573-ed05a8ea35a2" providerId="ADAL" clId="{2C156BC6-CFE0-40CE-B9AC-40DFF4E3F153}" dt="2025-10-22T00:56:40.504" v="27" actId="478"/>
          <ac:spMkLst>
            <pc:docMk/>
            <pc:sldMk cId="1915401775" sldId="2147483639"/>
            <ac:spMk id="6" creationId="{48327C4C-B202-5559-2533-5D4A47B0C4A7}"/>
          </ac:spMkLst>
        </pc:spChg>
        <pc:spChg chg="del">
          <ac:chgData name="Andre da Rocha Trierveiler" userId="39e4beca-1889-4559-a573-ed05a8ea35a2" providerId="ADAL" clId="{2C156BC6-CFE0-40CE-B9AC-40DFF4E3F153}" dt="2025-10-22T00:56:42.414" v="28" actId="478"/>
          <ac:spMkLst>
            <pc:docMk/>
            <pc:sldMk cId="1915401775" sldId="2147483639"/>
            <ac:spMk id="9" creationId="{5BDDC5D1-7308-756F-3A99-D959D4DF77FF}"/>
          </ac:spMkLst>
        </pc:spChg>
        <pc:picChg chg="del">
          <ac:chgData name="Andre da Rocha Trierveiler" userId="39e4beca-1889-4559-a573-ed05a8ea35a2" providerId="ADAL" clId="{2C156BC6-CFE0-40CE-B9AC-40DFF4E3F153}" dt="2025-10-22T00:56:40.504" v="27" actId="478"/>
          <ac:picMkLst>
            <pc:docMk/>
            <pc:sldMk cId="1915401775" sldId="2147483639"/>
            <ac:picMk id="16" creationId="{64A9EB94-D171-F3AF-782D-2563E284A5D8}"/>
          </ac:picMkLst>
        </pc:picChg>
        <pc:picChg chg="del">
          <ac:chgData name="Andre da Rocha Trierveiler" userId="39e4beca-1889-4559-a573-ed05a8ea35a2" providerId="ADAL" clId="{2C156BC6-CFE0-40CE-B9AC-40DFF4E3F153}" dt="2025-10-22T00:56:40.504" v="27" actId="478"/>
          <ac:picMkLst>
            <pc:docMk/>
            <pc:sldMk cId="1915401775" sldId="2147483639"/>
            <ac:picMk id="29" creationId="{927D3D7E-7F9C-A5BC-392B-3B303F41456D}"/>
          </ac:picMkLst>
        </pc:picChg>
        <pc:picChg chg="del">
          <ac:chgData name="Andre da Rocha Trierveiler" userId="39e4beca-1889-4559-a573-ed05a8ea35a2" providerId="ADAL" clId="{2C156BC6-CFE0-40CE-B9AC-40DFF4E3F153}" dt="2025-10-22T00:56:40.504" v="27" actId="478"/>
          <ac:picMkLst>
            <pc:docMk/>
            <pc:sldMk cId="1915401775" sldId="2147483639"/>
            <ac:picMk id="33" creationId="{DB424BF8-4741-2D00-1931-4333CB524EEF}"/>
          </ac:picMkLst>
        </pc:picChg>
        <pc:picChg chg="del">
          <ac:chgData name="Andre da Rocha Trierveiler" userId="39e4beca-1889-4559-a573-ed05a8ea35a2" providerId="ADAL" clId="{2C156BC6-CFE0-40CE-B9AC-40DFF4E3F153}" dt="2025-10-22T00:56:40.504" v="27" actId="478"/>
          <ac:picMkLst>
            <pc:docMk/>
            <pc:sldMk cId="1915401775" sldId="2147483639"/>
            <ac:picMk id="34" creationId="{D3F9234D-2ABC-7FC1-8A25-97532BFCA8DC}"/>
          </ac:picMkLst>
        </pc:picChg>
        <pc:picChg chg="del">
          <ac:chgData name="Andre da Rocha Trierveiler" userId="39e4beca-1889-4559-a573-ed05a8ea35a2" providerId="ADAL" clId="{2C156BC6-CFE0-40CE-B9AC-40DFF4E3F153}" dt="2025-10-22T00:56:40.504" v="27" actId="478"/>
          <ac:picMkLst>
            <pc:docMk/>
            <pc:sldMk cId="1915401775" sldId="2147483639"/>
            <ac:picMk id="35" creationId="{11D22DC9-97A7-945A-A170-9B46F33AF4A8}"/>
          </ac:picMkLst>
        </pc:picChg>
        <pc:picChg chg="del">
          <ac:chgData name="Andre da Rocha Trierveiler" userId="39e4beca-1889-4559-a573-ed05a8ea35a2" providerId="ADAL" clId="{2C156BC6-CFE0-40CE-B9AC-40DFF4E3F153}" dt="2025-10-22T00:56:40.504" v="27" actId="478"/>
          <ac:picMkLst>
            <pc:docMk/>
            <pc:sldMk cId="1915401775" sldId="2147483639"/>
            <ac:picMk id="36" creationId="{E3E32B6A-534D-0904-94A9-9AA2AA8AC7A1}"/>
          </ac:picMkLst>
        </pc:picChg>
        <pc:cxnChg chg="del">
          <ac:chgData name="Andre da Rocha Trierveiler" userId="39e4beca-1889-4559-a573-ed05a8ea35a2" providerId="ADAL" clId="{2C156BC6-CFE0-40CE-B9AC-40DFF4E3F153}" dt="2025-10-22T00:56:40.504" v="27" actId="478"/>
          <ac:cxnSpMkLst>
            <pc:docMk/>
            <pc:sldMk cId="1915401775" sldId="2147483639"/>
            <ac:cxnSpMk id="10" creationId="{83C7EBC9-DFE4-A33A-BF03-7A6B4F1A8683}"/>
          </ac:cxnSpMkLst>
        </pc:cxnChg>
      </pc:sldChg>
      <pc:sldChg chg="delSp add mod">
        <pc:chgData name="Andre da Rocha Trierveiler" userId="39e4beca-1889-4559-a573-ed05a8ea35a2" providerId="ADAL" clId="{2C156BC6-CFE0-40CE-B9AC-40DFF4E3F153}" dt="2025-10-22T01:16:10.234" v="454" actId="478"/>
        <pc:sldMkLst>
          <pc:docMk/>
          <pc:sldMk cId="1723033683" sldId="2147483640"/>
        </pc:sldMkLst>
        <pc:picChg chg="del">
          <ac:chgData name="Andre da Rocha Trierveiler" userId="39e4beca-1889-4559-a573-ed05a8ea35a2" providerId="ADAL" clId="{2C156BC6-CFE0-40CE-B9AC-40DFF4E3F153}" dt="2025-10-22T01:16:10.234" v="454" actId="478"/>
          <ac:picMkLst>
            <pc:docMk/>
            <pc:sldMk cId="1723033683" sldId="2147483640"/>
            <ac:picMk id="23" creationId="{B7043A7C-1053-EAEB-6E4A-D80A8749ADCE}"/>
          </ac:picMkLst>
        </pc:picChg>
      </pc:sldChg>
      <pc:sldChg chg="addSp delSp modSp add del mod">
        <pc:chgData name="Andre da Rocha Trierveiler" userId="39e4beca-1889-4559-a573-ed05a8ea35a2" providerId="ADAL" clId="{2C156BC6-CFE0-40CE-B9AC-40DFF4E3F153}" dt="2025-10-22T01:09:06.431" v="382" actId="47"/>
        <pc:sldMkLst>
          <pc:docMk/>
          <pc:sldMk cId="3398787371" sldId="2147483640"/>
        </pc:sldMkLst>
        <pc:spChg chg="add del mod">
          <ac:chgData name="Andre da Rocha Trierveiler" userId="39e4beca-1889-4559-a573-ed05a8ea35a2" providerId="ADAL" clId="{2C156BC6-CFE0-40CE-B9AC-40DFF4E3F153}" dt="2025-10-22T01:01:09.372" v="63" actId="1076"/>
          <ac:spMkLst>
            <pc:docMk/>
            <pc:sldMk cId="3398787371" sldId="2147483640"/>
            <ac:spMk id="4" creationId="{55A26F73-794F-864D-DEBC-863FC7668DC1}"/>
          </ac:spMkLst>
        </pc:spChg>
        <pc:picChg chg="del">
          <ac:chgData name="Andre da Rocha Trierveiler" userId="39e4beca-1889-4559-a573-ed05a8ea35a2" providerId="ADAL" clId="{2C156BC6-CFE0-40CE-B9AC-40DFF4E3F153}" dt="2025-10-22T01:00:28.086" v="49" actId="478"/>
          <ac:picMkLst>
            <pc:docMk/>
            <pc:sldMk cId="3398787371" sldId="2147483640"/>
            <ac:picMk id="2" creationId="{73A52B93-8435-50D6-73E0-E9EEBD41649C}"/>
          </ac:picMkLst>
        </pc:picChg>
        <pc:cxnChg chg="add mod">
          <ac:chgData name="Andre da Rocha Trierveiler" userId="39e4beca-1889-4559-a573-ed05a8ea35a2" providerId="ADAL" clId="{2C156BC6-CFE0-40CE-B9AC-40DFF4E3F153}" dt="2025-10-22T01:01:27.434" v="88" actId="1076"/>
          <ac:cxnSpMkLst>
            <pc:docMk/>
            <pc:sldMk cId="3398787371" sldId="2147483640"/>
            <ac:cxnSpMk id="12" creationId="{A84096B6-BA43-DBCF-4FE0-BC75F296D68B}"/>
          </ac:cxnSpMkLst>
        </pc:cxnChg>
        <pc:cxnChg chg="add mod">
          <ac:chgData name="Andre da Rocha Trierveiler" userId="39e4beca-1889-4559-a573-ed05a8ea35a2" providerId="ADAL" clId="{2C156BC6-CFE0-40CE-B9AC-40DFF4E3F153}" dt="2025-10-22T01:01:29.986" v="89" actId="14100"/>
          <ac:cxnSpMkLst>
            <pc:docMk/>
            <pc:sldMk cId="3398787371" sldId="2147483640"/>
            <ac:cxnSpMk id="13" creationId="{A67DF2E2-9271-95D3-736A-3CA9C9AB753A}"/>
          </ac:cxnSpMkLst>
        </pc:cxnChg>
        <pc:cxnChg chg="add mod">
          <ac:chgData name="Andre da Rocha Trierveiler" userId="39e4beca-1889-4559-a573-ed05a8ea35a2" providerId="ADAL" clId="{2C156BC6-CFE0-40CE-B9AC-40DFF4E3F153}" dt="2025-10-22T01:02:01.350" v="99" actId="1037"/>
          <ac:cxnSpMkLst>
            <pc:docMk/>
            <pc:sldMk cId="3398787371" sldId="2147483640"/>
            <ac:cxnSpMk id="19" creationId="{9E5535FC-14E9-75D4-AB98-CD7D717FF697}"/>
          </ac:cxnSpMkLst>
        </pc:cxnChg>
      </pc:sldChg>
      <pc:sldChg chg="addSp delSp modSp add mod">
        <pc:chgData name="Andre da Rocha Trierveiler" userId="39e4beca-1889-4559-a573-ed05a8ea35a2" providerId="ADAL" clId="{2C156BC6-CFE0-40CE-B9AC-40DFF4E3F153}" dt="2025-10-22T01:17:44.152" v="468" actId="478"/>
        <pc:sldMkLst>
          <pc:docMk/>
          <pc:sldMk cId="2693755624" sldId="2147483641"/>
        </pc:sldMkLst>
        <pc:picChg chg="add del mod ord">
          <ac:chgData name="Andre da Rocha Trierveiler" userId="39e4beca-1889-4559-a573-ed05a8ea35a2" providerId="ADAL" clId="{2C156BC6-CFE0-40CE-B9AC-40DFF4E3F153}" dt="2025-10-22T01:17:44.152" v="468" actId="478"/>
          <ac:picMkLst>
            <pc:docMk/>
            <pc:sldMk cId="2693755624" sldId="2147483641"/>
            <ac:picMk id="14" creationId="{5BCB2614-D421-60E8-B8B4-FA3278CA88D3}"/>
          </ac:picMkLst>
        </pc:picChg>
        <pc:cxnChg chg="mod">
          <ac:chgData name="Andre da Rocha Trierveiler" userId="39e4beca-1889-4559-a573-ed05a8ea35a2" providerId="ADAL" clId="{2C156BC6-CFE0-40CE-B9AC-40DFF4E3F153}" dt="2025-10-22T01:17:01.446" v="464" actId="692"/>
          <ac:cxnSpMkLst>
            <pc:docMk/>
            <pc:sldMk cId="2693755624" sldId="2147483641"/>
            <ac:cxnSpMk id="12" creationId="{7BF6E866-3805-7B20-6A38-66B34BA95256}"/>
          </ac:cxnSpMkLst>
        </pc:cxnChg>
        <pc:cxnChg chg="mod">
          <ac:chgData name="Andre da Rocha Trierveiler" userId="39e4beca-1889-4559-a573-ed05a8ea35a2" providerId="ADAL" clId="{2C156BC6-CFE0-40CE-B9AC-40DFF4E3F153}" dt="2025-10-22T01:17:01.173" v="463" actId="692"/>
          <ac:cxnSpMkLst>
            <pc:docMk/>
            <pc:sldMk cId="2693755624" sldId="2147483641"/>
            <ac:cxnSpMk id="13" creationId="{0B7C5A82-1F75-4B51-0680-E1C6003251DD}"/>
          </ac:cxnSpMkLst>
        </pc:cxnChg>
      </pc:sldChg>
      <pc:sldChg chg="delSp modSp add mod">
        <pc:chgData name="Andre da Rocha Trierveiler" userId="39e4beca-1889-4559-a573-ed05a8ea35a2" providerId="ADAL" clId="{2C156BC6-CFE0-40CE-B9AC-40DFF4E3F153}" dt="2025-10-22T01:18:25.024" v="481" actId="478"/>
        <pc:sldMkLst>
          <pc:docMk/>
          <pc:sldMk cId="1432680483" sldId="2147483642"/>
        </pc:sldMkLst>
        <pc:picChg chg="del mod">
          <ac:chgData name="Andre da Rocha Trierveiler" userId="39e4beca-1889-4559-a573-ed05a8ea35a2" providerId="ADAL" clId="{2C156BC6-CFE0-40CE-B9AC-40DFF4E3F153}" dt="2025-10-22T01:18:25.024" v="481" actId="478"/>
          <ac:picMkLst>
            <pc:docMk/>
            <pc:sldMk cId="1432680483" sldId="2147483642"/>
            <ac:picMk id="14" creationId="{6D2E33F7-C2E8-046B-50DC-00FBC6696FBE}"/>
          </ac:picMkLst>
        </pc:picChg>
        <pc:picChg chg="del">
          <ac:chgData name="Andre da Rocha Trierveiler" userId="39e4beca-1889-4559-a573-ed05a8ea35a2" providerId="ADAL" clId="{2C156BC6-CFE0-40CE-B9AC-40DFF4E3F153}" dt="2025-10-22T01:17:45.922" v="469" actId="478"/>
          <ac:picMkLst>
            <pc:docMk/>
            <pc:sldMk cId="1432680483" sldId="2147483642"/>
            <ac:picMk id="23" creationId="{5B14AA69-45EF-F559-A2E6-2D6A15337B90}"/>
          </ac:picMkLst>
        </pc:picChg>
      </pc:sldChg>
      <pc:sldChg chg="delSp modSp add mod">
        <pc:chgData name="Andre da Rocha Trierveiler" userId="39e4beca-1889-4559-a573-ed05a8ea35a2" providerId="ADAL" clId="{2C156BC6-CFE0-40CE-B9AC-40DFF4E3F153}" dt="2025-10-22T01:18:41.107" v="485" actId="14100"/>
        <pc:sldMkLst>
          <pc:docMk/>
          <pc:sldMk cId="2412915537" sldId="2147483643"/>
        </pc:sldMkLst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3" creationId="{EB1E1652-2900-F355-6E3C-5D7B7017547B}"/>
          </ac:spMkLst>
        </pc:spChg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4" creationId="{91A506FF-83D2-00EC-7F1F-0A0E023979ED}"/>
          </ac:spMkLst>
        </pc:spChg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5" creationId="{3033859A-CEDE-8AE0-96DF-37E5D489ED31}"/>
          </ac:spMkLst>
        </pc:spChg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6" creationId="{700A8EA6-10A7-DF40-F2A6-FDB29C6FA626}"/>
          </ac:spMkLst>
        </pc:spChg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7" creationId="{F2F1FF7B-9CFB-DB41-DA1B-6C0CBF75BE1B}"/>
          </ac:spMkLst>
        </pc:spChg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8" creationId="{FD28F9ED-1D66-9D2F-9CB7-14D8507A8681}"/>
          </ac:spMkLst>
        </pc:spChg>
        <pc:spChg chg="del">
          <ac:chgData name="Andre da Rocha Trierveiler" userId="39e4beca-1889-4559-a573-ed05a8ea35a2" providerId="ADAL" clId="{2C156BC6-CFE0-40CE-B9AC-40DFF4E3F153}" dt="2025-10-22T01:18:37.981" v="484" actId="478"/>
          <ac:spMkLst>
            <pc:docMk/>
            <pc:sldMk cId="2412915537" sldId="2147483643"/>
            <ac:spMk id="9" creationId="{24C01291-F480-C5E3-4F4B-E4548368BB37}"/>
          </ac:spMkLst>
        </pc:spChg>
        <pc:picChg chg="del">
          <ac:chgData name="Andre da Rocha Trierveiler" userId="39e4beca-1889-4559-a573-ed05a8ea35a2" providerId="ADAL" clId="{2C156BC6-CFE0-40CE-B9AC-40DFF4E3F153}" dt="2025-10-22T01:18:37.981" v="484" actId="478"/>
          <ac:picMkLst>
            <pc:docMk/>
            <pc:sldMk cId="2412915537" sldId="2147483643"/>
            <ac:picMk id="2" creationId="{83096BF9-6DCE-ED08-BC83-7F4A79F59DB6}"/>
          </ac:picMkLst>
        </pc:picChg>
        <pc:picChg chg="mod">
          <ac:chgData name="Andre da Rocha Trierveiler" userId="39e4beca-1889-4559-a573-ed05a8ea35a2" providerId="ADAL" clId="{2C156BC6-CFE0-40CE-B9AC-40DFF4E3F153}" dt="2025-10-22T01:18:41.107" v="485" actId="14100"/>
          <ac:picMkLst>
            <pc:docMk/>
            <pc:sldMk cId="2412915537" sldId="2147483643"/>
            <ac:picMk id="14" creationId="{7E577090-9575-C866-4A09-CBDF11D9FA12}"/>
          </ac:picMkLst>
        </pc:picChg>
        <pc:picChg chg="del">
          <ac:chgData name="Andre da Rocha Trierveiler" userId="39e4beca-1889-4559-a573-ed05a8ea35a2" providerId="ADAL" clId="{2C156BC6-CFE0-40CE-B9AC-40DFF4E3F153}" dt="2025-10-22T01:18:37.981" v="484" actId="478"/>
          <ac:picMkLst>
            <pc:docMk/>
            <pc:sldMk cId="2412915537" sldId="2147483643"/>
            <ac:picMk id="16" creationId="{0D8BD3E9-A229-8E33-C70F-E538DC710C80}"/>
          </ac:picMkLst>
        </pc:picChg>
        <pc:picChg chg="del">
          <ac:chgData name="Andre da Rocha Trierveiler" userId="39e4beca-1889-4559-a573-ed05a8ea35a2" providerId="ADAL" clId="{2C156BC6-CFE0-40CE-B9AC-40DFF4E3F153}" dt="2025-10-22T01:18:35.211" v="483" actId="478"/>
          <ac:picMkLst>
            <pc:docMk/>
            <pc:sldMk cId="2412915537" sldId="2147483643"/>
            <ac:picMk id="23" creationId="{24381553-BF35-16F9-9E3B-4D2352F8AD7D}"/>
          </ac:picMkLst>
        </pc:picChg>
        <pc:cxnChg chg="del">
          <ac:chgData name="Andre da Rocha Trierveiler" userId="39e4beca-1889-4559-a573-ed05a8ea35a2" providerId="ADAL" clId="{2C156BC6-CFE0-40CE-B9AC-40DFF4E3F153}" dt="2025-10-22T01:18:37.981" v="484" actId="478"/>
          <ac:cxnSpMkLst>
            <pc:docMk/>
            <pc:sldMk cId="2412915537" sldId="2147483643"/>
            <ac:cxnSpMk id="13" creationId="{DE977F8F-A8C4-9456-B36F-C1B4C43B9806}"/>
          </ac:cxnSpMkLst>
        </pc:cxnChg>
      </pc:sldChg>
      <pc:sldChg chg="addSp modSp add mod">
        <pc:chgData name="Andre da Rocha Trierveiler" userId="39e4beca-1889-4559-a573-ed05a8ea35a2" providerId="ADAL" clId="{2C156BC6-CFE0-40CE-B9AC-40DFF4E3F153}" dt="2025-10-22T01:20:10.659" v="520" actId="20577"/>
        <pc:sldMkLst>
          <pc:docMk/>
          <pc:sldMk cId="2841167395" sldId="2147483644"/>
        </pc:sldMkLst>
        <pc:spChg chg="add mod">
          <ac:chgData name="Andre da Rocha Trierveiler" userId="39e4beca-1889-4559-a573-ed05a8ea35a2" providerId="ADAL" clId="{2C156BC6-CFE0-40CE-B9AC-40DFF4E3F153}" dt="2025-10-22T01:20:10.659" v="520" actId="20577"/>
          <ac:spMkLst>
            <pc:docMk/>
            <pc:sldMk cId="2841167395" sldId="2147483644"/>
            <ac:spMk id="3" creationId="{52130D9D-6F35-CBEF-0141-8C81F6711A19}"/>
          </ac:spMkLst>
        </pc:spChg>
      </pc:sldChg>
      <pc:sldChg chg="addSp delSp modSp add mod modNotesTx">
        <pc:chgData name="Andre da Rocha Trierveiler" userId="39e4beca-1889-4559-a573-ed05a8ea35a2" providerId="ADAL" clId="{2C156BC6-CFE0-40CE-B9AC-40DFF4E3F153}" dt="2025-10-22T01:22:07.401" v="559" actId="1076"/>
        <pc:sldMkLst>
          <pc:docMk/>
          <pc:sldMk cId="1670747827" sldId="2147483645"/>
        </pc:sldMkLst>
        <pc:spChg chg="add mod">
          <ac:chgData name="Andre da Rocha Trierveiler" userId="39e4beca-1889-4559-a573-ed05a8ea35a2" providerId="ADAL" clId="{2C156BC6-CFE0-40CE-B9AC-40DFF4E3F153}" dt="2025-10-22T01:21:13.092" v="549" actId="14100"/>
          <ac:spMkLst>
            <pc:docMk/>
            <pc:sldMk cId="1670747827" sldId="2147483645"/>
            <ac:spMk id="3" creationId="{2017FB85-343D-25C3-DE84-0DA6D7A26DF4}"/>
          </ac:spMkLst>
        </pc:spChg>
        <pc:spChg chg="del">
          <ac:chgData name="Andre da Rocha Trierveiler" userId="39e4beca-1889-4559-a573-ed05a8ea35a2" providerId="ADAL" clId="{2C156BC6-CFE0-40CE-B9AC-40DFF4E3F153}" dt="2025-10-22T01:20:50.151" v="534" actId="478"/>
          <ac:spMkLst>
            <pc:docMk/>
            <pc:sldMk cId="1670747827" sldId="2147483645"/>
            <ac:spMk id="9" creationId="{4DD8BB38-6604-6284-1C6F-0153787FCBB6}"/>
          </ac:spMkLst>
        </pc:spChg>
        <pc:spChg chg="add mod">
          <ac:chgData name="Andre da Rocha Trierveiler" userId="39e4beca-1889-4559-a573-ed05a8ea35a2" providerId="ADAL" clId="{2C156BC6-CFE0-40CE-B9AC-40DFF4E3F153}" dt="2025-10-22T01:22:04.238" v="556" actId="207"/>
          <ac:spMkLst>
            <pc:docMk/>
            <pc:sldMk cId="1670747827" sldId="2147483645"/>
            <ac:spMk id="12" creationId="{B8B247BD-9252-F320-F7D4-1E0B8EAD1F7A}"/>
          </ac:spMkLst>
        </pc:spChg>
        <pc:spChg chg="add mod">
          <ac:chgData name="Andre da Rocha Trierveiler" userId="39e4beca-1889-4559-a573-ed05a8ea35a2" providerId="ADAL" clId="{2C156BC6-CFE0-40CE-B9AC-40DFF4E3F153}" dt="2025-10-22T01:22:07.401" v="559" actId="1076"/>
          <ac:spMkLst>
            <pc:docMk/>
            <pc:sldMk cId="1670747827" sldId="2147483645"/>
            <ac:spMk id="17" creationId="{52A2A029-1856-79B7-D82B-03C3BA6A9A1C}"/>
          </ac:spMkLst>
        </pc:spChg>
        <pc:picChg chg="del">
          <ac:chgData name="Andre da Rocha Trierveiler" userId="39e4beca-1889-4559-a573-ed05a8ea35a2" providerId="ADAL" clId="{2C156BC6-CFE0-40CE-B9AC-40DFF4E3F153}" dt="2025-10-22T01:20:47.426" v="532" actId="478"/>
          <ac:picMkLst>
            <pc:docMk/>
            <pc:sldMk cId="1670747827" sldId="2147483645"/>
            <ac:picMk id="16" creationId="{C1E3055D-DDF3-D321-1F00-72B65854943A}"/>
          </ac:picMkLst>
        </pc:picChg>
        <pc:picChg chg="del">
          <ac:chgData name="Andre da Rocha Trierveiler" userId="39e4beca-1889-4559-a573-ed05a8ea35a2" providerId="ADAL" clId="{2C156BC6-CFE0-40CE-B9AC-40DFF4E3F153}" dt="2025-10-22T01:20:43.504" v="530" actId="478"/>
          <ac:picMkLst>
            <pc:docMk/>
            <pc:sldMk cId="1670747827" sldId="2147483645"/>
            <ac:picMk id="29" creationId="{7576FA6E-B36E-AE00-6E3A-5D8E0F138843}"/>
          </ac:picMkLst>
        </pc:picChg>
        <pc:picChg chg="del">
          <ac:chgData name="Andre da Rocha Trierveiler" userId="39e4beca-1889-4559-a573-ed05a8ea35a2" providerId="ADAL" clId="{2C156BC6-CFE0-40CE-B9AC-40DFF4E3F153}" dt="2025-10-22T01:20:46.231" v="531" actId="478"/>
          <ac:picMkLst>
            <pc:docMk/>
            <pc:sldMk cId="1670747827" sldId="2147483645"/>
            <ac:picMk id="33" creationId="{02CB3E88-E301-D31E-566B-76AF5B222D09}"/>
          </ac:picMkLst>
        </pc:picChg>
        <pc:picChg chg="del">
          <ac:chgData name="Andre da Rocha Trierveiler" userId="39e4beca-1889-4559-a573-ed05a8ea35a2" providerId="ADAL" clId="{2C156BC6-CFE0-40CE-B9AC-40DFF4E3F153}" dt="2025-10-22T01:20:46.231" v="531" actId="478"/>
          <ac:picMkLst>
            <pc:docMk/>
            <pc:sldMk cId="1670747827" sldId="2147483645"/>
            <ac:picMk id="34" creationId="{3BAE1967-B71B-0597-88CA-B9373BFA9EA8}"/>
          </ac:picMkLst>
        </pc:picChg>
        <pc:picChg chg="del">
          <ac:chgData name="Andre da Rocha Trierveiler" userId="39e4beca-1889-4559-a573-ed05a8ea35a2" providerId="ADAL" clId="{2C156BC6-CFE0-40CE-B9AC-40DFF4E3F153}" dt="2025-10-22T01:20:46.231" v="531" actId="478"/>
          <ac:picMkLst>
            <pc:docMk/>
            <pc:sldMk cId="1670747827" sldId="2147483645"/>
            <ac:picMk id="35" creationId="{A9B947B4-FDCD-AE49-A349-D1673E5BD7AA}"/>
          </ac:picMkLst>
        </pc:picChg>
        <pc:picChg chg="del">
          <ac:chgData name="Andre da Rocha Trierveiler" userId="39e4beca-1889-4559-a573-ed05a8ea35a2" providerId="ADAL" clId="{2C156BC6-CFE0-40CE-B9AC-40DFF4E3F153}" dt="2025-10-22T01:20:47.904" v="533" actId="478"/>
          <ac:picMkLst>
            <pc:docMk/>
            <pc:sldMk cId="1670747827" sldId="2147483645"/>
            <ac:picMk id="36" creationId="{376F1522-9C0B-7990-5B57-5C0C007EE260}"/>
          </ac:picMkLst>
        </pc:picChg>
        <pc:cxnChg chg="add mod">
          <ac:chgData name="Andre da Rocha Trierveiler" userId="39e4beca-1889-4559-a573-ed05a8ea35a2" providerId="ADAL" clId="{2C156BC6-CFE0-40CE-B9AC-40DFF4E3F153}" dt="2025-10-22T01:21:13.092" v="549" actId="14100"/>
          <ac:cxnSpMkLst>
            <pc:docMk/>
            <pc:sldMk cId="1670747827" sldId="2147483645"/>
            <ac:cxnSpMk id="2" creationId="{0179CAC4-80B6-DF16-00C0-27127A4DAFB6}"/>
          </ac:cxnSpMkLst>
        </pc:cxnChg>
        <pc:cxnChg chg="add mod">
          <ac:chgData name="Andre da Rocha Trierveiler" userId="39e4beca-1889-4559-a573-ed05a8ea35a2" providerId="ADAL" clId="{2C156BC6-CFE0-40CE-B9AC-40DFF4E3F153}" dt="2025-10-22T01:22:04.493" v="557" actId="692"/>
          <ac:cxnSpMkLst>
            <pc:docMk/>
            <pc:sldMk cId="1670747827" sldId="2147483645"/>
            <ac:cxnSpMk id="11" creationId="{2891985E-A441-D5FE-C562-0BFEA09F2D3F}"/>
          </ac:cxnSpMkLst>
        </pc:cxnChg>
        <pc:cxnChg chg="add mod">
          <ac:chgData name="Andre da Rocha Trierveiler" userId="39e4beca-1889-4559-a573-ed05a8ea35a2" providerId="ADAL" clId="{2C156BC6-CFE0-40CE-B9AC-40DFF4E3F153}" dt="2025-10-22T01:22:07.401" v="559" actId="1076"/>
          <ac:cxnSpMkLst>
            <pc:docMk/>
            <pc:sldMk cId="1670747827" sldId="2147483645"/>
            <ac:cxnSpMk id="15" creationId="{DBDBCCB9-6BD0-2EAA-7F95-273C61CFC876}"/>
          </ac:cxnSpMkLst>
        </pc:cxnChg>
      </pc:sldChg>
      <pc:sldChg chg="addSp delSp modSp add del mod">
        <pc:chgData name="Andre da Rocha Trierveiler" userId="39e4beca-1889-4559-a573-ed05a8ea35a2" providerId="ADAL" clId="{2C156BC6-CFE0-40CE-B9AC-40DFF4E3F153}" dt="2025-10-22T01:26:02.503" v="946" actId="47"/>
        <pc:sldMkLst>
          <pc:docMk/>
          <pc:sldMk cId="1838705424" sldId="2147483646"/>
        </pc:sldMkLst>
        <pc:spChg chg="mod">
          <ac:chgData name="Andre da Rocha Trierveiler" userId="39e4beca-1889-4559-a573-ed05a8ea35a2" providerId="ADAL" clId="{2C156BC6-CFE0-40CE-B9AC-40DFF4E3F153}" dt="2025-10-22T01:25:57.470" v="789" actId="1076"/>
          <ac:spMkLst>
            <pc:docMk/>
            <pc:sldMk cId="1838705424" sldId="2147483646"/>
            <ac:spMk id="3" creationId="{9B8A39AE-C7FE-F6AC-F45A-001F49ED09CA}"/>
          </ac:spMkLst>
        </pc:spChg>
        <pc:spChg chg="mod">
          <ac:chgData name="Andre da Rocha Trierveiler" userId="39e4beca-1889-4559-a573-ed05a8ea35a2" providerId="ADAL" clId="{2C156BC6-CFE0-40CE-B9AC-40DFF4E3F153}" dt="2025-10-22T01:25:57.470" v="789" actId="1076"/>
          <ac:spMkLst>
            <pc:docMk/>
            <pc:sldMk cId="1838705424" sldId="2147483646"/>
            <ac:spMk id="6" creationId="{A028A0F1-90AB-DC5B-D522-AB5330C70BC8}"/>
          </ac:spMkLst>
        </pc:spChg>
        <pc:spChg chg="mod">
          <ac:chgData name="Andre da Rocha Trierveiler" userId="39e4beca-1889-4559-a573-ed05a8ea35a2" providerId="ADAL" clId="{2C156BC6-CFE0-40CE-B9AC-40DFF4E3F153}" dt="2025-10-22T01:25:57.470" v="789" actId="1076"/>
          <ac:spMkLst>
            <pc:docMk/>
            <pc:sldMk cId="1838705424" sldId="2147483646"/>
            <ac:spMk id="12" creationId="{B06D67D7-733F-FC07-E22C-A163B711D0CC}"/>
          </ac:spMkLst>
        </pc:spChg>
        <pc:spChg chg="mod">
          <ac:chgData name="Andre da Rocha Trierveiler" userId="39e4beca-1889-4559-a573-ed05a8ea35a2" providerId="ADAL" clId="{2C156BC6-CFE0-40CE-B9AC-40DFF4E3F153}" dt="2025-10-22T01:25:57.470" v="789" actId="1076"/>
          <ac:spMkLst>
            <pc:docMk/>
            <pc:sldMk cId="1838705424" sldId="2147483646"/>
            <ac:spMk id="17" creationId="{830416E9-45AB-EA96-292A-12B57096E320}"/>
          </ac:spMkLst>
        </pc:spChg>
        <pc:picChg chg="add del mod">
          <ac:chgData name="Andre da Rocha Trierveiler" userId="39e4beca-1889-4559-a573-ed05a8ea35a2" providerId="ADAL" clId="{2C156BC6-CFE0-40CE-B9AC-40DFF4E3F153}" dt="2025-10-22T01:23:59.447" v="563" actId="478"/>
          <ac:picMkLst>
            <pc:docMk/>
            <pc:sldMk cId="1838705424" sldId="2147483646"/>
            <ac:picMk id="9" creationId="{1E824CE7-D8C3-A776-78F3-A34F0F3CCF41}"/>
          </ac:picMkLst>
        </pc:picChg>
        <pc:picChg chg="add del mod">
          <ac:chgData name="Andre da Rocha Trierveiler" userId="39e4beca-1889-4559-a573-ed05a8ea35a2" providerId="ADAL" clId="{2C156BC6-CFE0-40CE-B9AC-40DFF4E3F153}" dt="2025-10-22T01:24:28.991" v="569" actId="478"/>
          <ac:picMkLst>
            <pc:docMk/>
            <pc:sldMk cId="1838705424" sldId="2147483646"/>
            <ac:picMk id="14" creationId="{F0169AE6-2E7C-AB51-FF59-2B3CDA39C23C}"/>
          </ac:picMkLst>
        </pc:picChg>
        <pc:picChg chg="add del mod">
          <ac:chgData name="Andre da Rocha Trierveiler" userId="39e4beca-1889-4559-a573-ed05a8ea35a2" providerId="ADAL" clId="{2C156BC6-CFE0-40CE-B9AC-40DFF4E3F153}" dt="2025-10-22T01:24:52.032" v="576" actId="478"/>
          <ac:picMkLst>
            <pc:docMk/>
            <pc:sldMk cId="1838705424" sldId="2147483646"/>
            <ac:picMk id="18" creationId="{4AF14259-8C25-BA7E-CCE3-D5DD206A053A}"/>
          </ac:picMkLst>
        </pc:picChg>
        <pc:picChg chg="mod">
          <ac:chgData name="Andre da Rocha Trierveiler" userId="39e4beca-1889-4559-a573-ed05a8ea35a2" providerId="ADAL" clId="{2C156BC6-CFE0-40CE-B9AC-40DFF4E3F153}" dt="2025-10-22T01:25:57.150" v="589" actId="27614"/>
          <ac:picMkLst>
            <pc:docMk/>
            <pc:sldMk cId="1838705424" sldId="2147483646"/>
            <ac:picMk id="20" creationId="{7C2943DD-3F6C-7A4C-6452-984375ED6BE3}"/>
          </ac:picMkLst>
        </pc:picChg>
        <pc:picChg chg="mod">
          <ac:chgData name="Andre da Rocha Trierveiler" userId="39e4beca-1889-4559-a573-ed05a8ea35a2" providerId="ADAL" clId="{2C156BC6-CFE0-40CE-B9AC-40DFF4E3F153}" dt="2025-10-22T01:25:57.150" v="591" actId="27614"/>
          <ac:picMkLst>
            <pc:docMk/>
            <pc:sldMk cId="1838705424" sldId="2147483646"/>
            <ac:picMk id="22" creationId="{60CBB29C-D349-6B37-3D19-4085654CB284}"/>
          </ac:picMkLst>
        </pc:picChg>
        <pc:picChg chg="mod">
          <ac:chgData name="Andre da Rocha Trierveiler" userId="39e4beca-1889-4559-a573-ed05a8ea35a2" providerId="ADAL" clId="{2C156BC6-CFE0-40CE-B9AC-40DFF4E3F153}" dt="2025-10-22T01:25:57.158" v="593" actId="27614"/>
          <ac:picMkLst>
            <pc:docMk/>
            <pc:sldMk cId="1838705424" sldId="2147483646"/>
            <ac:picMk id="24" creationId="{B165787B-0F8C-104D-56EC-61FF8A59600D}"/>
          </ac:picMkLst>
        </pc:picChg>
        <pc:picChg chg="mod">
          <ac:chgData name="Andre da Rocha Trierveiler" userId="39e4beca-1889-4559-a573-ed05a8ea35a2" providerId="ADAL" clId="{2C156BC6-CFE0-40CE-B9AC-40DFF4E3F153}" dt="2025-10-22T01:25:57.160" v="595" actId="27614"/>
          <ac:picMkLst>
            <pc:docMk/>
            <pc:sldMk cId="1838705424" sldId="2147483646"/>
            <ac:picMk id="26" creationId="{5DE56206-49D0-5E7B-1530-55B36BD3ABA7}"/>
          </ac:picMkLst>
        </pc:picChg>
        <pc:picChg chg="mod">
          <ac:chgData name="Andre da Rocha Trierveiler" userId="39e4beca-1889-4559-a573-ed05a8ea35a2" providerId="ADAL" clId="{2C156BC6-CFE0-40CE-B9AC-40DFF4E3F153}" dt="2025-10-22T01:25:57.470" v="789" actId="1076"/>
          <ac:picMkLst>
            <pc:docMk/>
            <pc:sldMk cId="1838705424" sldId="2147483646"/>
            <ac:picMk id="28" creationId="{AE8CD675-3876-1EFE-69F2-20A78A52DE26}"/>
          </ac:picMkLst>
        </pc:picChg>
        <pc:picChg chg="mod">
          <ac:chgData name="Andre da Rocha Trierveiler" userId="39e4beca-1889-4559-a573-ed05a8ea35a2" providerId="ADAL" clId="{2C156BC6-CFE0-40CE-B9AC-40DFF4E3F153}" dt="2025-10-22T01:25:57.762" v="932" actId="27614"/>
          <ac:picMkLst>
            <pc:docMk/>
            <pc:sldMk cId="1838705424" sldId="2147483646"/>
            <ac:picMk id="30" creationId="{9AC1EA0B-D90C-EE8F-F737-B06ADFD40F0B}"/>
          </ac:picMkLst>
        </pc:picChg>
        <pc:picChg chg="mod">
          <ac:chgData name="Andre da Rocha Trierveiler" userId="39e4beca-1889-4559-a573-ed05a8ea35a2" providerId="ADAL" clId="{2C156BC6-CFE0-40CE-B9AC-40DFF4E3F153}" dt="2025-10-22T01:25:57.168" v="599" actId="27614"/>
          <ac:picMkLst>
            <pc:docMk/>
            <pc:sldMk cId="1838705424" sldId="2147483646"/>
            <ac:picMk id="32" creationId="{78F240EC-E8C8-7795-AEF4-BC01F2186188}"/>
          </ac:picMkLst>
        </pc:picChg>
        <pc:picChg chg="mod">
          <ac:chgData name="Andre da Rocha Trierveiler" userId="39e4beca-1889-4559-a573-ed05a8ea35a2" providerId="ADAL" clId="{2C156BC6-CFE0-40CE-B9AC-40DFF4E3F153}" dt="2025-10-22T01:25:57.173" v="601" actId="27614"/>
          <ac:picMkLst>
            <pc:docMk/>
            <pc:sldMk cId="1838705424" sldId="2147483646"/>
            <ac:picMk id="34" creationId="{5596D3F1-8847-AD90-6865-89825A3885DF}"/>
          </ac:picMkLst>
        </pc:picChg>
        <pc:picChg chg="mod">
          <ac:chgData name="Andre da Rocha Trierveiler" userId="39e4beca-1889-4559-a573-ed05a8ea35a2" providerId="ADAL" clId="{2C156BC6-CFE0-40CE-B9AC-40DFF4E3F153}" dt="2025-10-22T01:25:57.176" v="603" actId="27614"/>
          <ac:picMkLst>
            <pc:docMk/>
            <pc:sldMk cId="1838705424" sldId="2147483646"/>
            <ac:picMk id="36" creationId="{A9A38D48-1282-91D5-2F64-68D096726A4A}"/>
          </ac:picMkLst>
        </pc:picChg>
        <pc:picChg chg="mod">
          <ac:chgData name="Andre da Rocha Trierveiler" userId="39e4beca-1889-4559-a573-ed05a8ea35a2" providerId="ADAL" clId="{2C156BC6-CFE0-40CE-B9AC-40DFF4E3F153}" dt="2025-10-22T01:25:57.180" v="605" actId="27614"/>
          <ac:picMkLst>
            <pc:docMk/>
            <pc:sldMk cId="1838705424" sldId="2147483646"/>
            <ac:picMk id="38" creationId="{A750DB08-C636-4ABE-A69A-98D99392368A}"/>
          </ac:picMkLst>
        </pc:picChg>
        <pc:picChg chg="mod">
          <ac:chgData name="Andre da Rocha Trierveiler" userId="39e4beca-1889-4559-a573-ed05a8ea35a2" providerId="ADAL" clId="{2C156BC6-CFE0-40CE-B9AC-40DFF4E3F153}" dt="2025-10-22T01:25:57.184" v="607" actId="27614"/>
          <ac:picMkLst>
            <pc:docMk/>
            <pc:sldMk cId="1838705424" sldId="2147483646"/>
            <ac:picMk id="40" creationId="{82A38DED-C515-BA1B-EA29-9C573A36D7E3}"/>
          </ac:picMkLst>
        </pc:picChg>
        <pc:picChg chg="mod">
          <ac:chgData name="Andre da Rocha Trierveiler" userId="39e4beca-1889-4559-a573-ed05a8ea35a2" providerId="ADAL" clId="{2C156BC6-CFE0-40CE-B9AC-40DFF4E3F153}" dt="2025-10-22T01:25:57.188" v="609" actId="27614"/>
          <ac:picMkLst>
            <pc:docMk/>
            <pc:sldMk cId="1838705424" sldId="2147483646"/>
            <ac:picMk id="42" creationId="{2C8AA8F2-F53C-52AE-0989-AD8D0B02D9F5}"/>
          </ac:picMkLst>
        </pc:picChg>
        <pc:picChg chg="mod">
          <ac:chgData name="Andre da Rocha Trierveiler" userId="39e4beca-1889-4559-a573-ed05a8ea35a2" providerId="ADAL" clId="{2C156BC6-CFE0-40CE-B9AC-40DFF4E3F153}" dt="2025-10-22T01:25:57.192" v="611" actId="27614"/>
          <ac:picMkLst>
            <pc:docMk/>
            <pc:sldMk cId="1838705424" sldId="2147483646"/>
            <ac:picMk id="44" creationId="{819C92EB-1AAA-700E-24AA-48B336B61385}"/>
          </ac:picMkLst>
        </pc:picChg>
        <pc:picChg chg="mod">
          <ac:chgData name="Andre da Rocha Trierveiler" userId="39e4beca-1889-4559-a573-ed05a8ea35a2" providerId="ADAL" clId="{2C156BC6-CFE0-40CE-B9AC-40DFF4E3F153}" dt="2025-10-22T01:25:57.196" v="613" actId="27614"/>
          <ac:picMkLst>
            <pc:docMk/>
            <pc:sldMk cId="1838705424" sldId="2147483646"/>
            <ac:picMk id="46" creationId="{C2CD38A8-3540-913E-EFA9-A19F4B8246FE}"/>
          </ac:picMkLst>
        </pc:picChg>
        <pc:picChg chg="mod">
          <ac:chgData name="Andre da Rocha Trierveiler" userId="39e4beca-1889-4559-a573-ed05a8ea35a2" providerId="ADAL" clId="{2C156BC6-CFE0-40CE-B9AC-40DFF4E3F153}" dt="2025-10-22T01:25:57.199" v="615" actId="27614"/>
          <ac:picMkLst>
            <pc:docMk/>
            <pc:sldMk cId="1838705424" sldId="2147483646"/>
            <ac:picMk id="48" creationId="{92F10C66-88F1-DB28-6139-3F1842475774}"/>
          </ac:picMkLst>
        </pc:picChg>
        <pc:picChg chg="mod">
          <ac:chgData name="Andre da Rocha Trierveiler" userId="39e4beca-1889-4559-a573-ed05a8ea35a2" providerId="ADAL" clId="{2C156BC6-CFE0-40CE-B9AC-40DFF4E3F153}" dt="2025-10-22T01:25:57.206" v="617" actId="27614"/>
          <ac:picMkLst>
            <pc:docMk/>
            <pc:sldMk cId="1838705424" sldId="2147483646"/>
            <ac:picMk id="50" creationId="{03DA26F4-2E04-4853-FE6D-5C6D1731859E}"/>
          </ac:picMkLst>
        </pc:picChg>
        <pc:picChg chg="mod">
          <ac:chgData name="Andre da Rocha Trierveiler" userId="39e4beca-1889-4559-a573-ed05a8ea35a2" providerId="ADAL" clId="{2C156BC6-CFE0-40CE-B9AC-40DFF4E3F153}" dt="2025-10-22T01:25:57.208" v="619" actId="27614"/>
          <ac:picMkLst>
            <pc:docMk/>
            <pc:sldMk cId="1838705424" sldId="2147483646"/>
            <ac:picMk id="52" creationId="{A6C56733-A1A5-7256-1FB8-BFCB730B3EF8}"/>
          </ac:picMkLst>
        </pc:picChg>
        <pc:picChg chg="mod">
          <ac:chgData name="Andre da Rocha Trierveiler" userId="39e4beca-1889-4559-a573-ed05a8ea35a2" providerId="ADAL" clId="{2C156BC6-CFE0-40CE-B9AC-40DFF4E3F153}" dt="2025-10-22T01:25:57.208" v="621" actId="27614"/>
          <ac:picMkLst>
            <pc:docMk/>
            <pc:sldMk cId="1838705424" sldId="2147483646"/>
            <ac:picMk id="54" creationId="{43B6BA55-E981-766E-0B43-555761B53C0B}"/>
          </ac:picMkLst>
        </pc:picChg>
        <pc:picChg chg="mod">
          <ac:chgData name="Andre da Rocha Trierveiler" userId="39e4beca-1889-4559-a573-ed05a8ea35a2" providerId="ADAL" clId="{2C156BC6-CFE0-40CE-B9AC-40DFF4E3F153}" dt="2025-10-22T01:25:57.470" v="789" actId="1076"/>
          <ac:picMkLst>
            <pc:docMk/>
            <pc:sldMk cId="1838705424" sldId="2147483646"/>
            <ac:picMk id="56" creationId="{73A5A432-02ED-5477-FF6B-C715FB6317F8}"/>
          </ac:picMkLst>
        </pc:picChg>
        <pc:picChg chg="mod">
          <ac:chgData name="Andre da Rocha Trierveiler" userId="39e4beca-1889-4559-a573-ed05a8ea35a2" providerId="ADAL" clId="{2C156BC6-CFE0-40CE-B9AC-40DFF4E3F153}" dt="2025-10-22T01:25:57.217" v="625" actId="27614"/>
          <ac:picMkLst>
            <pc:docMk/>
            <pc:sldMk cId="1838705424" sldId="2147483646"/>
            <ac:picMk id="58" creationId="{0F08B9E0-5181-2D14-405D-35B81F502393}"/>
          </ac:picMkLst>
        </pc:picChg>
        <pc:picChg chg="mod">
          <ac:chgData name="Andre da Rocha Trierveiler" userId="39e4beca-1889-4559-a573-ed05a8ea35a2" providerId="ADAL" clId="{2C156BC6-CFE0-40CE-B9AC-40DFF4E3F153}" dt="2025-10-22T01:25:57.221" v="627" actId="27614"/>
          <ac:picMkLst>
            <pc:docMk/>
            <pc:sldMk cId="1838705424" sldId="2147483646"/>
            <ac:picMk id="60" creationId="{93D891AF-E18B-3B48-064F-143C2D8406B7}"/>
          </ac:picMkLst>
        </pc:picChg>
        <pc:picChg chg="mod">
          <ac:chgData name="Andre da Rocha Trierveiler" userId="39e4beca-1889-4559-a573-ed05a8ea35a2" providerId="ADAL" clId="{2C156BC6-CFE0-40CE-B9AC-40DFF4E3F153}" dt="2025-10-22T01:25:57.224" v="629" actId="27614"/>
          <ac:picMkLst>
            <pc:docMk/>
            <pc:sldMk cId="1838705424" sldId="2147483646"/>
            <ac:picMk id="62" creationId="{E8567E3E-E1D5-E946-832A-A3DED568BF6E}"/>
          </ac:picMkLst>
        </pc:picChg>
        <pc:picChg chg="add mod">
          <ac:chgData name="Andre da Rocha Trierveiler" userId="39e4beca-1889-4559-a573-ed05a8ea35a2" providerId="ADAL" clId="{2C156BC6-CFE0-40CE-B9AC-40DFF4E3F153}" dt="2025-10-22T01:25:57.226" v="631" actId="27614"/>
          <ac:picMkLst>
            <pc:docMk/>
            <pc:sldMk cId="1838705424" sldId="2147483646"/>
            <ac:picMk id="64" creationId="{ACF506F4-71A4-EA76-F2E1-78C255FA2C9C}"/>
          </ac:picMkLst>
        </pc:picChg>
        <pc:picChg chg="mod">
          <ac:chgData name="Andre da Rocha Trierveiler" userId="39e4beca-1889-4559-a573-ed05a8ea35a2" providerId="ADAL" clId="{2C156BC6-CFE0-40CE-B9AC-40DFF4E3F153}" dt="2025-10-22T01:25:57.226" v="633" actId="27614"/>
          <ac:picMkLst>
            <pc:docMk/>
            <pc:sldMk cId="1838705424" sldId="2147483646"/>
            <ac:picMk id="66" creationId="{50BF4650-088F-462D-13E9-C5C770341952}"/>
          </ac:picMkLst>
        </pc:picChg>
        <pc:picChg chg="mod">
          <ac:chgData name="Andre da Rocha Trierveiler" userId="39e4beca-1889-4559-a573-ed05a8ea35a2" providerId="ADAL" clId="{2C156BC6-CFE0-40CE-B9AC-40DFF4E3F153}" dt="2025-10-22T01:25:57.226" v="635" actId="27614"/>
          <ac:picMkLst>
            <pc:docMk/>
            <pc:sldMk cId="1838705424" sldId="2147483646"/>
            <ac:picMk id="68" creationId="{E7A4D75D-AF42-1771-F96C-0655BE4509BA}"/>
          </ac:picMkLst>
        </pc:picChg>
        <pc:picChg chg="mod">
          <ac:chgData name="Andre da Rocha Trierveiler" userId="39e4beca-1889-4559-a573-ed05a8ea35a2" providerId="ADAL" clId="{2C156BC6-CFE0-40CE-B9AC-40DFF4E3F153}" dt="2025-10-22T01:25:57.226" v="637" actId="27614"/>
          <ac:picMkLst>
            <pc:docMk/>
            <pc:sldMk cId="1838705424" sldId="2147483646"/>
            <ac:picMk id="70" creationId="{4FFB816E-23EC-D20B-FF22-1178F171BFFD}"/>
          </ac:picMkLst>
        </pc:picChg>
        <pc:picChg chg="mod">
          <ac:chgData name="Andre da Rocha Trierveiler" userId="39e4beca-1889-4559-a573-ed05a8ea35a2" providerId="ADAL" clId="{2C156BC6-CFE0-40CE-B9AC-40DFF4E3F153}" dt="2025-10-22T01:25:57.226" v="639" actId="27614"/>
          <ac:picMkLst>
            <pc:docMk/>
            <pc:sldMk cId="1838705424" sldId="2147483646"/>
            <ac:picMk id="72" creationId="{6203C9C9-75AE-BFEE-1217-C48C4D00DB90}"/>
          </ac:picMkLst>
        </pc:picChg>
        <pc:picChg chg="add mod">
          <ac:chgData name="Andre da Rocha Trierveiler" userId="39e4beca-1889-4559-a573-ed05a8ea35a2" providerId="ADAL" clId="{2C156BC6-CFE0-40CE-B9AC-40DFF4E3F153}" dt="2025-10-22T01:25:57.240" v="641" actId="27614"/>
          <ac:picMkLst>
            <pc:docMk/>
            <pc:sldMk cId="1838705424" sldId="2147483646"/>
            <ac:picMk id="74" creationId="{BB256060-8D1C-CE2C-1CA1-CDC6FBCDFB53}"/>
          </ac:picMkLst>
        </pc:picChg>
        <pc:picChg chg="mod">
          <ac:chgData name="Andre da Rocha Trierveiler" userId="39e4beca-1889-4559-a573-ed05a8ea35a2" providerId="ADAL" clId="{2C156BC6-CFE0-40CE-B9AC-40DFF4E3F153}" dt="2025-10-22T01:25:57.470" v="789" actId="1076"/>
          <ac:picMkLst>
            <pc:docMk/>
            <pc:sldMk cId="1838705424" sldId="2147483646"/>
            <ac:picMk id="76" creationId="{AFC702DE-48B9-8709-BFD1-4A0E437FBF4E}"/>
          </ac:picMkLst>
        </pc:picChg>
        <pc:picChg chg="mod">
          <ac:chgData name="Andre da Rocha Trierveiler" userId="39e4beca-1889-4559-a573-ed05a8ea35a2" providerId="ADAL" clId="{2C156BC6-CFE0-40CE-B9AC-40DFF4E3F153}" dt="2025-10-22T01:25:57.240" v="645" actId="27614"/>
          <ac:picMkLst>
            <pc:docMk/>
            <pc:sldMk cId="1838705424" sldId="2147483646"/>
            <ac:picMk id="78" creationId="{38B594A2-799F-35E5-B288-E1F381063E30}"/>
          </ac:picMkLst>
        </pc:picChg>
        <pc:picChg chg="mod">
          <ac:chgData name="Andre da Rocha Trierveiler" userId="39e4beca-1889-4559-a573-ed05a8ea35a2" providerId="ADAL" clId="{2C156BC6-CFE0-40CE-B9AC-40DFF4E3F153}" dt="2025-10-22T01:25:57.240" v="647" actId="27614"/>
          <ac:picMkLst>
            <pc:docMk/>
            <pc:sldMk cId="1838705424" sldId="2147483646"/>
            <ac:picMk id="80" creationId="{86C2730E-522C-8EA8-1163-AC90A87A0573}"/>
          </ac:picMkLst>
        </pc:picChg>
        <pc:picChg chg="mod">
          <ac:chgData name="Andre da Rocha Trierveiler" userId="39e4beca-1889-4559-a573-ed05a8ea35a2" providerId="ADAL" clId="{2C156BC6-CFE0-40CE-B9AC-40DFF4E3F153}" dt="2025-10-22T01:25:57.240" v="649" actId="27614"/>
          <ac:picMkLst>
            <pc:docMk/>
            <pc:sldMk cId="1838705424" sldId="2147483646"/>
            <ac:picMk id="82" creationId="{4F751C1D-4494-9C9F-7CCD-E1D3E7CA8BB8}"/>
          </ac:picMkLst>
        </pc:picChg>
        <pc:picChg chg="mod">
          <ac:chgData name="Andre da Rocha Trierveiler" userId="39e4beca-1889-4559-a573-ed05a8ea35a2" providerId="ADAL" clId="{2C156BC6-CFE0-40CE-B9AC-40DFF4E3F153}" dt="2025-10-22T01:25:57.257" v="651" actId="27614"/>
          <ac:picMkLst>
            <pc:docMk/>
            <pc:sldMk cId="1838705424" sldId="2147483646"/>
            <ac:picMk id="84" creationId="{D9FE13FA-2D08-BF08-4EE4-7BA246120191}"/>
          </ac:picMkLst>
        </pc:picChg>
        <pc:picChg chg="mod">
          <ac:chgData name="Andre da Rocha Trierveiler" userId="39e4beca-1889-4559-a573-ed05a8ea35a2" providerId="ADAL" clId="{2C156BC6-CFE0-40CE-B9AC-40DFF4E3F153}" dt="2025-10-22T01:25:57.257" v="653" actId="27614"/>
          <ac:picMkLst>
            <pc:docMk/>
            <pc:sldMk cId="1838705424" sldId="2147483646"/>
            <ac:picMk id="86" creationId="{1127030C-66F9-E21B-766C-D312032D3802}"/>
          </ac:picMkLst>
        </pc:picChg>
        <pc:picChg chg="mod">
          <ac:chgData name="Andre da Rocha Trierveiler" userId="39e4beca-1889-4559-a573-ed05a8ea35a2" providerId="ADAL" clId="{2C156BC6-CFE0-40CE-B9AC-40DFF4E3F153}" dt="2025-10-22T01:25:57.257" v="655" actId="27614"/>
          <ac:picMkLst>
            <pc:docMk/>
            <pc:sldMk cId="1838705424" sldId="2147483646"/>
            <ac:picMk id="88" creationId="{1D2D5B29-745E-8E31-4C86-6FCF470B5DF7}"/>
          </ac:picMkLst>
        </pc:picChg>
        <pc:picChg chg="mod">
          <ac:chgData name="Andre da Rocha Trierveiler" userId="39e4beca-1889-4559-a573-ed05a8ea35a2" providerId="ADAL" clId="{2C156BC6-CFE0-40CE-B9AC-40DFF4E3F153}" dt="2025-10-22T01:25:57.267" v="657" actId="27614"/>
          <ac:picMkLst>
            <pc:docMk/>
            <pc:sldMk cId="1838705424" sldId="2147483646"/>
            <ac:picMk id="90" creationId="{7B148CFB-3572-FB58-245E-664363297669}"/>
          </ac:picMkLst>
        </pc:picChg>
        <pc:picChg chg="mod">
          <ac:chgData name="Andre da Rocha Trierveiler" userId="39e4beca-1889-4559-a573-ed05a8ea35a2" providerId="ADAL" clId="{2C156BC6-CFE0-40CE-B9AC-40DFF4E3F153}" dt="2025-10-22T01:25:57.762" v="934" actId="27614"/>
          <ac:picMkLst>
            <pc:docMk/>
            <pc:sldMk cId="1838705424" sldId="2147483646"/>
            <ac:picMk id="92" creationId="{DBB5CA74-3A15-45F3-3BA6-D87890CAB860}"/>
          </ac:picMkLst>
        </pc:picChg>
        <pc:picChg chg="mod">
          <ac:chgData name="Andre da Rocha Trierveiler" userId="39e4beca-1889-4559-a573-ed05a8ea35a2" providerId="ADAL" clId="{2C156BC6-CFE0-40CE-B9AC-40DFF4E3F153}" dt="2025-10-22T01:25:57.267" v="659" actId="27614"/>
          <ac:picMkLst>
            <pc:docMk/>
            <pc:sldMk cId="1838705424" sldId="2147483646"/>
            <ac:picMk id="94" creationId="{36952BC0-4C2D-E15B-F81E-D944D18A1ADA}"/>
          </ac:picMkLst>
        </pc:picChg>
        <pc:picChg chg="mod">
          <ac:chgData name="Andre da Rocha Trierveiler" userId="39e4beca-1889-4559-a573-ed05a8ea35a2" providerId="ADAL" clId="{2C156BC6-CFE0-40CE-B9AC-40DFF4E3F153}" dt="2025-10-22T01:25:57.271" v="661" actId="27614"/>
          <ac:picMkLst>
            <pc:docMk/>
            <pc:sldMk cId="1838705424" sldId="2147483646"/>
            <ac:picMk id="96" creationId="{05E4A99C-902F-BAF0-9230-CC2678F4783E}"/>
          </ac:picMkLst>
        </pc:picChg>
        <pc:picChg chg="mod">
          <ac:chgData name="Andre da Rocha Trierveiler" userId="39e4beca-1889-4559-a573-ed05a8ea35a2" providerId="ADAL" clId="{2C156BC6-CFE0-40CE-B9AC-40DFF4E3F153}" dt="2025-10-22T01:25:57.271" v="663" actId="27614"/>
          <ac:picMkLst>
            <pc:docMk/>
            <pc:sldMk cId="1838705424" sldId="2147483646"/>
            <ac:picMk id="98" creationId="{E33D03C9-20C1-B21F-C11C-37B96EFE0DBF}"/>
          </ac:picMkLst>
        </pc:picChg>
        <pc:picChg chg="mod">
          <ac:chgData name="Andre da Rocha Trierveiler" userId="39e4beca-1889-4559-a573-ed05a8ea35a2" providerId="ADAL" clId="{2C156BC6-CFE0-40CE-B9AC-40DFF4E3F153}" dt="2025-10-22T01:25:57.271" v="665" actId="27614"/>
          <ac:picMkLst>
            <pc:docMk/>
            <pc:sldMk cId="1838705424" sldId="2147483646"/>
            <ac:picMk id="100" creationId="{A82D0B5E-8594-045C-D174-5A48EDC2404A}"/>
          </ac:picMkLst>
        </pc:picChg>
        <pc:picChg chg="mod">
          <ac:chgData name="Andre da Rocha Trierveiler" userId="39e4beca-1889-4559-a573-ed05a8ea35a2" providerId="ADAL" clId="{2C156BC6-CFE0-40CE-B9AC-40DFF4E3F153}" dt="2025-10-22T01:25:57.271" v="667" actId="27614"/>
          <ac:picMkLst>
            <pc:docMk/>
            <pc:sldMk cId="1838705424" sldId="2147483646"/>
            <ac:picMk id="102" creationId="{694B3E70-73A9-3D8A-45CD-B2B18B12B8C3}"/>
          </ac:picMkLst>
        </pc:picChg>
        <pc:picChg chg="add mod">
          <ac:chgData name="Andre da Rocha Trierveiler" userId="39e4beca-1889-4559-a573-ed05a8ea35a2" providerId="ADAL" clId="{2C156BC6-CFE0-40CE-B9AC-40DFF4E3F153}" dt="2025-10-22T01:25:57.271" v="669" actId="27614"/>
          <ac:picMkLst>
            <pc:docMk/>
            <pc:sldMk cId="1838705424" sldId="2147483646"/>
            <ac:picMk id="104" creationId="{F056AD3E-72CE-7C97-996B-E70350613B67}"/>
          </ac:picMkLst>
        </pc:picChg>
        <pc:picChg chg="mod">
          <ac:chgData name="Andre da Rocha Trierveiler" userId="39e4beca-1889-4559-a573-ed05a8ea35a2" providerId="ADAL" clId="{2C156BC6-CFE0-40CE-B9AC-40DFF4E3F153}" dt="2025-10-22T01:25:57.286" v="671" actId="27614"/>
          <ac:picMkLst>
            <pc:docMk/>
            <pc:sldMk cId="1838705424" sldId="2147483646"/>
            <ac:picMk id="106" creationId="{1703A223-E301-B241-EFB0-AA0F2AAA34E7}"/>
          </ac:picMkLst>
        </pc:picChg>
        <pc:picChg chg="mod">
          <ac:chgData name="Andre da Rocha Trierveiler" userId="39e4beca-1889-4559-a573-ed05a8ea35a2" providerId="ADAL" clId="{2C156BC6-CFE0-40CE-B9AC-40DFF4E3F153}" dt="2025-10-22T01:25:57.289" v="673" actId="27614"/>
          <ac:picMkLst>
            <pc:docMk/>
            <pc:sldMk cId="1838705424" sldId="2147483646"/>
            <ac:picMk id="108" creationId="{326E9AED-B7C9-8516-59EC-0EA3E3D540B5}"/>
          </ac:picMkLst>
        </pc:picChg>
        <pc:picChg chg="mod">
          <ac:chgData name="Andre da Rocha Trierveiler" userId="39e4beca-1889-4559-a573-ed05a8ea35a2" providerId="ADAL" clId="{2C156BC6-CFE0-40CE-B9AC-40DFF4E3F153}" dt="2025-10-22T01:25:57.292" v="675" actId="27614"/>
          <ac:picMkLst>
            <pc:docMk/>
            <pc:sldMk cId="1838705424" sldId="2147483646"/>
            <ac:picMk id="110" creationId="{12B1F8FA-21F3-3A2F-2608-0FCDF3E5DCEA}"/>
          </ac:picMkLst>
        </pc:picChg>
        <pc:picChg chg="mod">
          <ac:chgData name="Andre da Rocha Trierveiler" userId="39e4beca-1889-4559-a573-ed05a8ea35a2" providerId="ADAL" clId="{2C156BC6-CFE0-40CE-B9AC-40DFF4E3F153}" dt="2025-10-22T01:25:57.297" v="677" actId="27614"/>
          <ac:picMkLst>
            <pc:docMk/>
            <pc:sldMk cId="1838705424" sldId="2147483646"/>
            <ac:picMk id="112" creationId="{3F058B31-483A-A4B8-0389-8CD85AE3A8F1}"/>
          </ac:picMkLst>
        </pc:picChg>
        <pc:picChg chg="mod">
          <ac:chgData name="Andre da Rocha Trierveiler" userId="39e4beca-1889-4559-a573-ed05a8ea35a2" providerId="ADAL" clId="{2C156BC6-CFE0-40CE-B9AC-40DFF4E3F153}" dt="2025-10-22T01:25:57.297" v="679" actId="27614"/>
          <ac:picMkLst>
            <pc:docMk/>
            <pc:sldMk cId="1838705424" sldId="2147483646"/>
            <ac:picMk id="114" creationId="{EC05EC3D-3B6E-378C-0C6B-9909566776FA}"/>
          </ac:picMkLst>
        </pc:picChg>
        <pc:picChg chg="mod">
          <ac:chgData name="Andre da Rocha Trierveiler" userId="39e4beca-1889-4559-a573-ed05a8ea35a2" providerId="ADAL" clId="{2C156BC6-CFE0-40CE-B9AC-40DFF4E3F153}" dt="2025-10-22T01:25:57.303" v="681" actId="27614"/>
          <ac:picMkLst>
            <pc:docMk/>
            <pc:sldMk cId="1838705424" sldId="2147483646"/>
            <ac:picMk id="116" creationId="{5F804681-8D3A-95ED-2F5E-A0D7B9CF4CDC}"/>
          </ac:picMkLst>
        </pc:picChg>
        <pc:picChg chg="mod">
          <ac:chgData name="Andre da Rocha Trierveiler" userId="39e4beca-1889-4559-a573-ed05a8ea35a2" providerId="ADAL" clId="{2C156BC6-CFE0-40CE-B9AC-40DFF4E3F153}" dt="2025-10-22T01:25:57.305" v="683" actId="27614"/>
          <ac:picMkLst>
            <pc:docMk/>
            <pc:sldMk cId="1838705424" sldId="2147483646"/>
            <ac:picMk id="118" creationId="{58900BB5-5852-50CA-3F08-8C0161D91111}"/>
          </ac:picMkLst>
        </pc:picChg>
        <pc:picChg chg="mod">
          <ac:chgData name="Andre da Rocha Trierveiler" userId="39e4beca-1889-4559-a573-ed05a8ea35a2" providerId="ADAL" clId="{2C156BC6-CFE0-40CE-B9AC-40DFF4E3F153}" dt="2025-10-22T01:25:57.309" v="685" actId="27614"/>
          <ac:picMkLst>
            <pc:docMk/>
            <pc:sldMk cId="1838705424" sldId="2147483646"/>
            <ac:picMk id="120" creationId="{A0D62C8D-FEF8-6636-A0A2-7ABA193AC6CD}"/>
          </ac:picMkLst>
        </pc:picChg>
        <pc:picChg chg="mod">
          <ac:chgData name="Andre da Rocha Trierveiler" userId="39e4beca-1889-4559-a573-ed05a8ea35a2" providerId="ADAL" clId="{2C156BC6-CFE0-40CE-B9AC-40DFF4E3F153}" dt="2025-10-22T01:25:57.311" v="687" actId="27614"/>
          <ac:picMkLst>
            <pc:docMk/>
            <pc:sldMk cId="1838705424" sldId="2147483646"/>
            <ac:picMk id="122" creationId="{D1C5463F-0D12-14A9-61B3-9AC110E70BDC}"/>
          </ac:picMkLst>
        </pc:picChg>
        <pc:picChg chg="mod">
          <ac:chgData name="Andre da Rocha Trierveiler" userId="39e4beca-1889-4559-a573-ed05a8ea35a2" providerId="ADAL" clId="{2C156BC6-CFE0-40CE-B9AC-40DFF4E3F153}" dt="2025-10-22T01:25:57.313" v="689" actId="27614"/>
          <ac:picMkLst>
            <pc:docMk/>
            <pc:sldMk cId="1838705424" sldId="2147483646"/>
            <ac:picMk id="124" creationId="{DE6646A8-6638-6886-01CD-3C1E087CA60B}"/>
          </ac:picMkLst>
        </pc:picChg>
        <pc:picChg chg="add mod">
          <ac:chgData name="Andre da Rocha Trierveiler" userId="39e4beca-1889-4559-a573-ed05a8ea35a2" providerId="ADAL" clId="{2C156BC6-CFE0-40CE-B9AC-40DFF4E3F153}" dt="2025-10-22T01:25:57.318" v="691" actId="27614"/>
          <ac:picMkLst>
            <pc:docMk/>
            <pc:sldMk cId="1838705424" sldId="2147483646"/>
            <ac:picMk id="126" creationId="{D1CD9126-C646-BAB3-4678-EE2F618DC82C}"/>
          </ac:picMkLst>
        </pc:picChg>
        <pc:picChg chg="mod">
          <ac:chgData name="Andre da Rocha Trierveiler" userId="39e4beca-1889-4559-a573-ed05a8ea35a2" providerId="ADAL" clId="{2C156BC6-CFE0-40CE-B9AC-40DFF4E3F153}" dt="2025-10-22T01:25:57.470" v="789" actId="1076"/>
          <ac:picMkLst>
            <pc:docMk/>
            <pc:sldMk cId="1838705424" sldId="2147483646"/>
            <ac:picMk id="128" creationId="{E10CBC6B-4C46-C3D3-F23E-9CD1ED8D1D47}"/>
          </ac:picMkLst>
        </pc:picChg>
        <pc:picChg chg="mod">
          <ac:chgData name="Andre da Rocha Trierveiler" userId="39e4beca-1889-4559-a573-ed05a8ea35a2" providerId="ADAL" clId="{2C156BC6-CFE0-40CE-B9AC-40DFF4E3F153}" dt="2025-10-22T01:25:57.324" v="695" actId="27614"/>
          <ac:picMkLst>
            <pc:docMk/>
            <pc:sldMk cId="1838705424" sldId="2147483646"/>
            <ac:picMk id="130" creationId="{917551FC-33E3-6013-4D98-5668679AFEC1}"/>
          </ac:picMkLst>
        </pc:picChg>
        <pc:picChg chg="mod">
          <ac:chgData name="Andre da Rocha Trierveiler" userId="39e4beca-1889-4559-a573-ed05a8ea35a2" providerId="ADAL" clId="{2C156BC6-CFE0-40CE-B9AC-40DFF4E3F153}" dt="2025-10-22T01:25:57.326" v="697" actId="27614"/>
          <ac:picMkLst>
            <pc:docMk/>
            <pc:sldMk cId="1838705424" sldId="2147483646"/>
            <ac:picMk id="132" creationId="{5CCD979E-8091-CEAA-7C8E-3DB894F6EB8E}"/>
          </ac:picMkLst>
        </pc:picChg>
        <pc:picChg chg="mod">
          <ac:chgData name="Andre da Rocha Trierveiler" userId="39e4beca-1889-4559-a573-ed05a8ea35a2" providerId="ADAL" clId="{2C156BC6-CFE0-40CE-B9AC-40DFF4E3F153}" dt="2025-10-22T01:25:57.330" v="699" actId="27614"/>
          <ac:picMkLst>
            <pc:docMk/>
            <pc:sldMk cId="1838705424" sldId="2147483646"/>
            <ac:picMk id="134" creationId="{A702BAAC-AA36-0B6C-4F5E-2FCC839473F5}"/>
          </ac:picMkLst>
        </pc:picChg>
        <pc:picChg chg="mod">
          <ac:chgData name="Andre da Rocha Trierveiler" userId="39e4beca-1889-4559-a573-ed05a8ea35a2" providerId="ADAL" clId="{2C156BC6-CFE0-40CE-B9AC-40DFF4E3F153}" dt="2025-10-22T01:25:57.146" v="587" actId="27614"/>
          <ac:picMkLst>
            <pc:docMk/>
            <pc:sldMk cId="1838705424" sldId="2147483646"/>
            <ac:picMk id="136" creationId="{253910A5-8712-12D9-DF63-D922BC0A1299}"/>
          </ac:picMkLst>
        </pc:picChg>
        <pc:picChg chg="mod">
          <ac:chgData name="Andre da Rocha Trierveiler" userId="39e4beca-1889-4559-a573-ed05a8ea35a2" providerId="ADAL" clId="{2C156BC6-CFE0-40CE-B9AC-40DFF4E3F153}" dt="2025-10-22T01:25:57.330" v="701" actId="27614"/>
          <ac:picMkLst>
            <pc:docMk/>
            <pc:sldMk cId="1838705424" sldId="2147483646"/>
            <ac:picMk id="138" creationId="{8BAF8898-A979-ADDE-6A9B-86D2BFADB640}"/>
          </ac:picMkLst>
        </pc:picChg>
        <pc:picChg chg="mod">
          <ac:chgData name="Andre da Rocha Trierveiler" userId="39e4beca-1889-4559-a573-ed05a8ea35a2" providerId="ADAL" clId="{2C156BC6-CFE0-40CE-B9AC-40DFF4E3F153}" dt="2025-10-22T01:25:57.336" v="703" actId="27614"/>
          <ac:picMkLst>
            <pc:docMk/>
            <pc:sldMk cId="1838705424" sldId="2147483646"/>
            <ac:picMk id="140" creationId="{D9A73F15-C8D5-5466-FF89-8D8299ADEDA2}"/>
          </ac:picMkLst>
        </pc:picChg>
        <pc:picChg chg="mod">
          <ac:chgData name="Andre da Rocha Trierveiler" userId="39e4beca-1889-4559-a573-ed05a8ea35a2" providerId="ADAL" clId="{2C156BC6-CFE0-40CE-B9AC-40DFF4E3F153}" dt="2025-10-22T01:25:57.339" v="705" actId="27614"/>
          <ac:picMkLst>
            <pc:docMk/>
            <pc:sldMk cId="1838705424" sldId="2147483646"/>
            <ac:picMk id="142" creationId="{FFBFFA24-AB12-AFA2-C187-3E7FDD731ABA}"/>
          </ac:picMkLst>
        </pc:picChg>
        <pc:picChg chg="add mod">
          <ac:chgData name="Andre da Rocha Trierveiler" userId="39e4beca-1889-4559-a573-ed05a8ea35a2" providerId="ADAL" clId="{2C156BC6-CFE0-40CE-B9AC-40DFF4E3F153}" dt="2025-10-22T01:25:57.339" v="707" actId="27614"/>
          <ac:picMkLst>
            <pc:docMk/>
            <pc:sldMk cId="1838705424" sldId="2147483646"/>
            <ac:picMk id="144" creationId="{85C10539-3F28-75CC-A48C-3C268B30DE60}"/>
          </ac:picMkLst>
        </pc:picChg>
        <pc:picChg chg="mod">
          <ac:chgData name="Andre da Rocha Trierveiler" userId="39e4beca-1889-4559-a573-ed05a8ea35a2" providerId="ADAL" clId="{2C156BC6-CFE0-40CE-B9AC-40DFF4E3F153}" dt="2025-10-22T01:25:57.339" v="709" actId="27614"/>
          <ac:picMkLst>
            <pc:docMk/>
            <pc:sldMk cId="1838705424" sldId="2147483646"/>
            <ac:picMk id="146" creationId="{4B98874E-AFDD-CA0A-B2B1-EF8AFF048036}"/>
          </ac:picMkLst>
        </pc:picChg>
        <pc:picChg chg="mod">
          <ac:chgData name="Andre da Rocha Trierveiler" userId="39e4beca-1889-4559-a573-ed05a8ea35a2" providerId="ADAL" clId="{2C156BC6-CFE0-40CE-B9AC-40DFF4E3F153}" dt="2025-10-22T01:25:57.345" v="711" actId="27614"/>
          <ac:picMkLst>
            <pc:docMk/>
            <pc:sldMk cId="1838705424" sldId="2147483646"/>
            <ac:picMk id="148" creationId="{7C26AE07-EDD3-9EE7-80B9-E4BBF44CF395}"/>
          </ac:picMkLst>
        </pc:picChg>
        <pc:picChg chg="mod">
          <ac:chgData name="Andre da Rocha Trierveiler" userId="39e4beca-1889-4559-a573-ed05a8ea35a2" providerId="ADAL" clId="{2C156BC6-CFE0-40CE-B9AC-40DFF4E3F153}" dt="2025-10-22T01:25:57.770" v="936" actId="27614"/>
          <ac:picMkLst>
            <pc:docMk/>
            <pc:sldMk cId="1838705424" sldId="2147483646"/>
            <ac:picMk id="150" creationId="{8DD8E60E-7CC6-2D5F-430A-8E94E8B76DC0}"/>
          </ac:picMkLst>
        </pc:picChg>
        <pc:picChg chg="mod">
          <ac:chgData name="Andre da Rocha Trierveiler" userId="39e4beca-1889-4559-a573-ed05a8ea35a2" providerId="ADAL" clId="{2C156BC6-CFE0-40CE-B9AC-40DFF4E3F153}" dt="2025-10-22T01:25:57.345" v="713" actId="27614"/>
          <ac:picMkLst>
            <pc:docMk/>
            <pc:sldMk cId="1838705424" sldId="2147483646"/>
            <ac:picMk id="152" creationId="{6168B346-6072-4BE7-5A0D-47572F6761C0}"/>
          </ac:picMkLst>
        </pc:picChg>
        <pc:picChg chg="mod">
          <ac:chgData name="Andre da Rocha Trierveiler" userId="39e4beca-1889-4559-a573-ed05a8ea35a2" providerId="ADAL" clId="{2C156BC6-CFE0-40CE-B9AC-40DFF4E3F153}" dt="2025-10-22T01:25:57.351" v="715" actId="27614"/>
          <ac:picMkLst>
            <pc:docMk/>
            <pc:sldMk cId="1838705424" sldId="2147483646"/>
            <ac:picMk id="154" creationId="{547637A5-7B30-4D98-08C2-D86D410AFAEE}"/>
          </ac:picMkLst>
        </pc:picChg>
        <pc:picChg chg="mod">
          <ac:chgData name="Andre da Rocha Trierveiler" userId="39e4beca-1889-4559-a573-ed05a8ea35a2" providerId="ADAL" clId="{2C156BC6-CFE0-40CE-B9AC-40DFF4E3F153}" dt="2025-10-22T01:25:57.355" v="717" actId="27614"/>
          <ac:picMkLst>
            <pc:docMk/>
            <pc:sldMk cId="1838705424" sldId="2147483646"/>
            <ac:picMk id="156" creationId="{0A452223-3190-506E-B08E-F1B592C12381}"/>
          </ac:picMkLst>
        </pc:picChg>
        <pc:picChg chg="mod">
          <ac:chgData name="Andre da Rocha Trierveiler" userId="39e4beca-1889-4559-a573-ed05a8ea35a2" providerId="ADAL" clId="{2C156BC6-CFE0-40CE-B9AC-40DFF4E3F153}" dt="2025-10-22T01:25:57.355" v="719" actId="27614"/>
          <ac:picMkLst>
            <pc:docMk/>
            <pc:sldMk cId="1838705424" sldId="2147483646"/>
            <ac:picMk id="158" creationId="{F5DF5329-9BAF-6F66-20F9-3E5D1435FE11}"/>
          </ac:picMkLst>
        </pc:picChg>
        <pc:picChg chg="mod">
          <ac:chgData name="Andre da Rocha Trierveiler" userId="39e4beca-1889-4559-a573-ed05a8ea35a2" providerId="ADAL" clId="{2C156BC6-CFE0-40CE-B9AC-40DFF4E3F153}" dt="2025-10-22T01:25:57.360" v="721" actId="27614"/>
          <ac:picMkLst>
            <pc:docMk/>
            <pc:sldMk cId="1838705424" sldId="2147483646"/>
            <ac:picMk id="160" creationId="{9FA30201-3BA4-7D12-291C-36E23FBDC617}"/>
          </ac:picMkLst>
        </pc:picChg>
        <pc:picChg chg="mod">
          <ac:chgData name="Andre da Rocha Trierveiler" userId="39e4beca-1889-4559-a573-ed05a8ea35a2" providerId="ADAL" clId="{2C156BC6-CFE0-40CE-B9AC-40DFF4E3F153}" dt="2025-10-22T01:25:57.362" v="723" actId="27614"/>
          <ac:picMkLst>
            <pc:docMk/>
            <pc:sldMk cId="1838705424" sldId="2147483646"/>
            <ac:picMk id="162" creationId="{51E9E1C2-0C11-3C8E-484D-85C799489B59}"/>
          </ac:picMkLst>
        </pc:picChg>
        <pc:picChg chg="mod">
          <ac:chgData name="Andre da Rocha Trierveiler" userId="39e4beca-1889-4559-a573-ed05a8ea35a2" providerId="ADAL" clId="{2C156BC6-CFE0-40CE-B9AC-40DFF4E3F153}" dt="2025-10-22T01:25:57.362" v="725" actId="27614"/>
          <ac:picMkLst>
            <pc:docMk/>
            <pc:sldMk cId="1838705424" sldId="2147483646"/>
            <ac:picMk id="164" creationId="{ED5BC5B1-E03A-0AC0-ACA0-E740721ED47D}"/>
          </ac:picMkLst>
        </pc:picChg>
        <pc:picChg chg="mod">
          <ac:chgData name="Andre da Rocha Trierveiler" userId="39e4beca-1889-4559-a573-ed05a8ea35a2" providerId="ADAL" clId="{2C156BC6-CFE0-40CE-B9AC-40DFF4E3F153}" dt="2025-10-22T01:25:57.367" v="727" actId="27614"/>
          <ac:picMkLst>
            <pc:docMk/>
            <pc:sldMk cId="1838705424" sldId="2147483646"/>
            <ac:picMk id="166" creationId="{A3DC4B8F-361C-0B60-20C1-835E3165575F}"/>
          </ac:picMkLst>
        </pc:picChg>
        <pc:picChg chg="mod">
          <ac:chgData name="Andre da Rocha Trierveiler" userId="39e4beca-1889-4559-a573-ed05a8ea35a2" providerId="ADAL" clId="{2C156BC6-CFE0-40CE-B9AC-40DFF4E3F153}" dt="2025-10-22T01:25:57.369" v="729" actId="27614"/>
          <ac:picMkLst>
            <pc:docMk/>
            <pc:sldMk cId="1838705424" sldId="2147483646"/>
            <ac:picMk id="168" creationId="{9DACE58E-66B7-AB2C-6CBB-EA1119AAE2E6}"/>
          </ac:picMkLst>
        </pc:picChg>
        <pc:picChg chg="mod">
          <ac:chgData name="Andre da Rocha Trierveiler" userId="39e4beca-1889-4559-a573-ed05a8ea35a2" providerId="ADAL" clId="{2C156BC6-CFE0-40CE-B9AC-40DFF4E3F153}" dt="2025-10-22T01:25:57.369" v="731" actId="27614"/>
          <ac:picMkLst>
            <pc:docMk/>
            <pc:sldMk cId="1838705424" sldId="2147483646"/>
            <ac:picMk id="170" creationId="{E171B1E5-7B94-5B35-F8A3-2A9794EBBF67}"/>
          </ac:picMkLst>
        </pc:picChg>
        <pc:picChg chg="mod">
          <ac:chgData name="Andre da Rocha Trierveiler" userId="39e4beca-1889-4559-a573-ed05a8ea35a2" providerId="ADAL" clId="{2C156BC6-CFE0-40CE-B9AC-40DFF4E3F153}" dt="2025-10-22T01:25:57.375" v="733" actId="27614"/>
          <ac:picMkLst>
            <pc:docMk/>
            <pc:sldMk cId="1838705424" sldId="2147483646"/>
            <ac:picMk id="172" creationId="{2F38985B-DC4A-B1EC-C9EF-B01BB7786887}"/>
          </ac:picMkLst>
        </pc:picChg>
        <pc:picChg chg="mod">
          <ac:chgData name="Andre da Rocha Trierveiler" userId="39e4beca-1889-4559-a573-ed05a8ea35a2" providerId="ADAL" clId="{2C156BC6-CFE0-40CE-B9AC-40DFF4E3F153}" dt="2025-10-22T01:25:57.375" v="735" actId="27614"/>
          <ac:picMkLst>
            <pc:docMk/>
            <pc:sldMk cId="1838705424" sldId="2147483646"/>
            <ac:picMk id="174" creationId="{68B45085-60AA-1167-CCDF-CA9EFB3E9D12}"/>
          </ac:picMkLst>
        </pc:picChg>
        <pc:picChg chg="mod">
          <ac:chgData name="Andre da Rocha Trierveiler" userId="39e4beca-1889-4559-a573-ed05a8ea35a2" providerId="ADAL" clId="{2C156BC6-CFE0-40CE-B9AC-40DFF4E3F153}" dt="2025-10-22T01:25:57.381" v="737" actId="27614"/>
          <ac:picMkLst>
            <pc:docMk/>
            <pc:sldMk cId="1838705424" sldId="2147483646"/>
            <ac:picMk id="176" creationId="{78D91057-71E3-921E-0D17-1D3708F1D571}"/>
          </ac:picMkLst>
        </pc:picChg>
        <pc:picChg chg="mod">
          <ac:chgData name="Andre da Rocha Trierveiler" userId="39e4beca-1889-4559-a573-ed05a8ea35a2" providerId="ADAL" clId="{2C156BC6-CFE0-40CE-B9AC-40DFF4E3F153}" dt="2025-10-22T01:25:57.384" v="739" actId="27614"/>
          <ac:picMkLst>
            <pc:docMk/>
            <pc:sldMk cId="1838705424" sldId="2147483646"/>
            <ac:picMk id="178" creationId="{86A63306-D1F6-D039-979E-C3180B309948}"/>
          </ac:picMkLst>
        </pc:picChg>
        <pc:picChg chg="mod">
          <ac:chgData name="Andre da Rocha Trierveiler" userId="39e4beca-1889-4559-a573-ed05a8ea35a2" providerId="ADAL" clId="{2C156BC6-CFE0-40CE-B9AC-40DFF4E3F153}" dt="2025-10-22T01:25:57.386" v="741" actId="27614"/>
          <ac:picMkLst>
            <pc:docMk/>
            <pc:sldMk cId="1838705424" sldId="2147483646"/>
            <ac:picMk id="180" creationId="{AFD68AC4-93CD-7DDF-FA9C-80A335F2F9B2}"/>
          </ac:picMkLst>
        </pc:picChg>
        <pc:picChg chg="mod">
          <ac:chgData name="Andre da Rocha Trierveiler" userId="39e4beca-1889-4559-a573-ed05a8ea35a2" providerId="ADAL" clId="{2C156BC6-CFE0-40CE-B9AC-40DFF4E3F153}" dt="2025-10-22T01:25:57.388" v="743" actId="27614"/>
          <ac:picMkLst>
            <pc:docMk/>
            <pc:sldMk cId="1838705424" sldId="2147483646"/>
            <ac:picMk id="182" creationId="{08C6628B-A636-F0E6-5190-B714BAA4DBF2}"/>
          </ac:picMkLst>
        </pc:picChg>
        <pc:picChg chg="mod">
          <ac:chgData name="Andre da Rocha Trierveiler" userId="39e4beca-1889-4559-a573-ed05a8ea35a2" providerId="ADAL" clId="{2C156BC6-CFE0-40CE-B9AC-40DFF4E3F153}" dt="2025-10-22T01:25:57.390" v="745" actId="27614"/>
          <ac:picMkLst>
            <pc:docMk/>
            <pc:sldMk cId="1838705424" sldId="2147483646"/>
            <ac:picMk id="184" creationId="{CA335B04-3FD2-4C06-E8E7-3EEFD9B97725}"/>
          </ac:picMkLst>
        </pc:picChg>
        <pc:picChg chg="mod">
          <ac:chgData name="Andre da Rocha Trierveiler" userId="39e4beca-1889-4559-a573-ed05a8ea35a2" providerId="ADAL" clId="{2C156BC6-CFE0-40CE-B9AC-40DFF4E3F153}" dt="2025-10-22T01:25:57.394" v="747" actId="27614"/>
          <ac:picMkLst>
            <pc:docMk/>
            <pc:sldMk cId="1838705424" sldId="2147483646"/>
            <ac:picMk id="186" creationId="{4076C05A-6A0C-6745-3A12-00035BF132B3}"/>
          </ac:picMkLst>
        </pc:picChg>
        <pc:picChg chg="mod">
          <ac:chgData name="Andre da Rocha Trierveiler" userId="39e4beca-1889-4559-a573-ed05a8ea35a2" providerId="ADAL" clId="{2C156BC6-CFE0-40CE-B9AC-40DFF4E3F153}" dt="2025-10-22T01:25:57.394" v="749" actId="27614"/>
          <ac:picMkLst>
            <pc:docMk/>
            <pc:sldMk cId="1838705424" sldId="2147483646"/>
            <ac:picMk id="188" creationId="{B115D2A0-4D56-A38B-E490-278EEADDD224}"/>
          </ac:picMkLst>
        </pc:picChg>
        <pc:picChg chg="mod">
          <ac:chgData name="Andre da Rocha Trierveiler" userId="39e4beca-1889-4559-a573-ed05a8ea35a2" providerId="ADAL" clId="{2C156BC6-CFE0-40CE-B9AC-40DFF4E3F153}" dt="2025-10-22T01:25:57.398" v="751" actId="27614"/>
          <ac:picMkLst>
            <pc:docMk/>
            <pc:sldMk cId="1838705424" sldId="2147483646"/>
            <ac:picMk id="190" creationId="{792FABFB-65FA-9372-1A86-F901617ECA67}"/>
          </ac:picMkLst>
        </pc:picChg>
        <pc:picChg chg="mod">
          <ac:chgData name="Andre da Rocha Trierveiler" userId="39e4beca-1889-4559-a573-ed05a8ea35a2" providerId="ADAL" clId="{2C156BC6-CFE0-40CE-B9AC-40DFF4E3F153}" dt="2025-10-22T01:25:57.398" v="753" actId="27614"/>
          <ac:picMkLst>
            <pc:docMk/>
            <pc:sldMk cId="1838705424" sldId="2147483646"/>
            <ac:picMk id="192" creationId="{2EF4431A-2FFA-9151-FF0F-6142039D6881}"/>
          </ac:picMkLst>
        </pc:picChg>
        <pc:picChg chg="mod">
          <ac:chgData name="Andre da Rocha Trierveiler" userId="39e4beca-1889-4559-a573-ed05a8ea35a2" providerId="ADAL" clId="{2C156BC6-CFE0-40CE-B9AC-40DFF4E3F153}" dt="2025-10-22T01:25:57.403" v="755" actId="27614"/>
          <ac:picMkLst>
            <pc:docMk/>
            <pc:sldMk cId="1838705424" sldId="2147483646"/>
            <ac:picMk id="194" creationId="{D0C8E2D2-E0F4-226F-2A7F-D97E8E1C1790}"/>
          </ac:picMkLst>
        </pc:picChg>
        <pc:picChg chg="mod">
          <ac:chgData name="Andre da Rocha Trierveiler" userId="39e4beca-1889-4559-a573-ed05a8ea35a2" providerId="ADAL" clId="{2C156BC6-CFE0-40CE-B9AC-40DFF4E3F153}" dt="2025-10-22T01:25:57.403" v="757" actId="27614"/>
          <ac:picMkLst>
            <pc:docMk/>
            <pc:sldMk cId="1838705424" sldId="2147483646"/>
            <ac:picMk id="196" creationId="{EA0C7246-EB14-4EF9-0A1D-BC7FB29580D9}"/>
          </ac:picMkLst>
        </pc:picChg>
        <pc:picChg chg="mod">
          <ac:chgData name="Andre da Rocha Trierveiler" userId="39e4beca-1889-4559-a573-ed05a8ea35a2" providerId="ADAL" clId="{2C156BC6-CFE0-40CE-B9AC-40DFF4E3F153}" dt="2025-10-22T01:25:57.470" v="789" actId="1076"/>
          <ac:picMkLst>
            <pc:docMk/>
            <pc:sldMk cId="1838705424" sldId="2147483646"/>
            <ac:picMk id="198" creationId="{2DB4B3B6-3F17-0FC8-7B10-F1B7882898FF}"/>
          </ac:picMkLst>
        </pc:picChg>
        <pc:picChg chg="add mod">
          <ac:chgData name="Andre da Rocha Trierveiler" userId="39e4beca-1889-4559-a573-ed05a8ea35a2" providerId="ADAL" clId="{2C156BC6-CFE0-40CE-B9AC-40DFF4E3F153}" dt="2025-10-22T01:25:57.403" v="761" actId="27614"/>
          <ac:picMkLst>
            <pc:docMk/>
            <pc:sldMk cId="1838705424" sldId="2147483646"/>
            <ac:picMk id="200" creationId="{A8D208CF-BC4D-5463-AD4C-422AA97080FB}"/>
          </ac:picMkLst>
        </pc:picChg>
        <pc:picChg chg="mod">
          <ac:chgData name="Andre da Rocha Trierveiler" userId="39e4beca-1889-4559-a573-ed05a8ea35a2" providerId="ADAL" clId="{2C156BC6-CFE0-40CE-B9AC-40DFF4E3F153}" dt="2025-10-22T01:25:57.415" v="763" actId="27614"/>
          <ac:picMkLst>
            <pc:docMk/>
            <pc:sldMk cId="1838705424" sldId="2147483646"/>
            <ac:picMk id="202" creationId="{BA1AEE81-F17D-C99D-1989-E0611C961B38}"/>
          </ac:picMkLst>
        </pc:picChg>
        <pc:picChg chg="mod">
          <ac:chgData name="Andre da Rocha Trierveiler" userId="39e4beca-1889-4559-a573-ed05a8ea35a2" providerId="ADAL" clId="{2C156BC6-CFE0-40CE-B9AC-40DFF4E3F153}" dt="2025-10-22T01:25:57.418" v="765" actId="27614"/>
          <ac:picMkLst>
            <pc:docMk/>
            <pc:sldMk cId="1838705424" sldId="2147483646"/>
            <ac:picMk id="204" creationId="{4F5AC33E-E609-598E-2D9E-AA229D2139B4}"/>
          </ac:picMkLst>
        </pc:picChg>
        <pc:picChg chg="mod">
          <ac:chgData name="Andre da Rocha Trierveiler" userId="39e4beca-1889-4559-a573-ed05a8ea35a2" providerId="ADAL" clId="{2C156BC6-CFE0-40CE-B9AC-40DFF4E3F153}" dt="2025-10-22T01:25:57.418" v="767" actId="27614"/>
          <ac:picMkLst>
            <pc:docMk/>
            <pc:sldMk cId="1838705424" sldId="2147483646"/>
            <ac:picMk id="206" creationId="{5172F4DC-41ED-0B61-678A-381AEFC20825}"/>
          </ac:picMkLst>
        </pc:picChg>
        <pc:picChg chg="mod">
          <ac:chgData name="Andre da Rocha Trierveiler" userId="39e4beca-1889-4559-a573-ed05a8ea35a2" providerId="ADAL" clId="{2C156BC6-CFE0-40CE-B9AC-40DFF4E3F153}" dt="2025-10-22T01:25:57.418" v="769" actId="27614"/>
          <ac:picMkLst>
            <pc:docMk/>
            <pc:sldMk cId="1838705424" sldId="2147483646"/>
            <ac:picMk id="208" creationId="{75595C07-37E3-61DB-38F0-CFCCAFC72D23}"/>
          </ac:picMkLst>
        </pc:picChg>
        <pc:picChg chg="mod">
          <ac:chgData name="Andre da Rocha Trierveiler" userId="39e4beca-1889-4559-a573-ed05a8ea35a2" providerId="ADAL" clId="{2C156BC6-CFE0-40CE-B9AC-40DFF4E3F153}" dt="2025-10-22T01:25:57.770" v="938" actId="27614"/>
          <ac:picMkLst>
            <pc:docMk/>
            <pc:sldMk cId="1838705424" sldId="2147483646"/>
            <ac:picMk id="210" creationId="{846DC32B-7516-25B7-98AC-CCD4B71F722C}"/>
          </ac:picMkLst>
        </pc:picChg>
        <pc:picChg chg="mod">
          <ac:chgData name="Andre da Rocha Trierveiler" userId="39e4beca-1889-4559-a573-ed05a8ea35a2" providerId="ADAL" clId="{2C156BC6-CFE0-40CE-B9AC-40DFF4E3F153}" dt="2025-10-22T01:25:57.427" v="771" actId="27614"/>
          <ac:picMkLst>
            <pc:docMk/>
            <pc:sldMk cId="1838705424" sldId="2147483646"/>
            <ac:picMk id="212" creationId="{52E3BDC0-C784-3FA4-D584-3C669A6500D8}"/>
          </ac:picMkLst>
        </pc:picChg>
        <pc:picChg chg="mod">
          <ac:chgData name="Andre da Rocha Trierveiler" userId="39e4beca-1889-4559-a573-ed05a8ea35a2" providerId="ADAL" clId="{2C156BC6-CFE0-40CE-B9AC-40DFF4E3F153}" dt="2025-10-22T01:25:57.470" v="789" actId="1076"/>
          <ac:picMkLst>
            <pc:docMk/>
            <pc:sldMk cId="1838705424" sldId="2147483646"/>
            <ac:picMk id="214" creationId="{2D2BB94C-AC22-EE2F-677D-9F236F00A847}"/>
          </ac:picMkLst>
        </pc:picChg>
        <pc:picChg chg="mod">
          <ac:chgData name="Andre da Rocha Trierveiler" userId="39e4beca-1889-4559-a573-ed05a8ea35a2" providerId="ADAL" clId="{2C156BC6-CFE0-40CE-B9AC-40DFF4E3F153}" dt="2025-10-22T01:25:57.432" v="775" actId="27614"/>
          <ac:picMkLst>
            <pc:docMk/>
            <pc:sldMk cId="1838705424" sldId="2147483646"/>
            <ac:picMk id="216" creationId="{EA93EEB7-3E41-E1B3-7BBA-217E92E653EE}"/>
          </ac:picMkLst>
        </pc:picChg>
        <pc:picChg chg="mod">
          <ac:chgData name="Andre da Rocha Trierveiler" userId="39e4beca-1889-4559-a573-ed05a8ea35a2" providerId="ADAL" clId="{2C156BC6-CFE0-40CE-B9AC-40DFF4E3F153}" dt="2025-10-22T01:25:57.434" v="777" actId="27614"/>
          <ac:picMkLst>
            <pc:docMk/>
            <pc:sldMk cId="1838705424" sldId="2147483646"/>
            <ac:picMk id="218" creationId="{0E38467A-18E0-2041-0ECC-C088BC2C0D13}"/>
          </ac:picMkLst>
        </pc:picChg>
        <pc:picChg chg="mod">
          <ac:chgData name="Andre da Rocha Trierveiler" userId="39e4beca-1889-4559-a573-ed05a8ea35a2" providerId="ADAL" clId="{2C156BC6-CFE0-40CE-B9AC-40DFF4E3F153}" dt="2025-10-22T01:25:57.438" v="779" actId="27614"/>
          <ac:picMkLst>
            <pc:docMk/>
            <pc:sldMk cId="1838705424" sldId="2147483646"/>
            <ac:picMk id="220" creationId="{3C833DB7-268F-731D-9278-DD5542796546}"/>
          </ac:picMkLst>
        </pc:picChg>
        <pc:picChg chg="mod">
          <ac:chgData name="Andre da Rocha Trierveiler" userId="39e4beca-1889-4559-a573-ed05a8ea35a2" providerId="ADAL" clId="{2C156BC6-CFE0-40CE-B9AC-40DFF4E3F153}" dt="2025-10-22T01:25:57.440" v="781" actId="27614"/>
          <ac:picMkLst>
            <pc:docMk/>
            <pc:sldMk cId="1838705424" sldId="2147483646"/>
            <ac:picMk id="222" creationId="{85F1256B-3CF3-0D50-525A-54FF0297B371}"/>
          </ac:picMkLst>
        </pc:picChg>
        <pc:picChg chg="mod">
          <ac:chgData name="Andre da Rocha Trierveiler" userId="39e4beca-1889-4559-a573-ed05a8ea35a2" providerId="ADAL" clId="{2C156BC6-CFE0-40CE-B9AC-40DFF4E3F153}" dt="2025-10-22T01:25:57.440" v="783" actId="27614"/>
          <ac:picMkLst>
            <pc:docMk/>
            <pc:sldMk cId="1838705424" sldId="2147483646"/>
            <ac:picMk id="224" creationId="{3703E596-A588-A8CF-5D6E-1F546661A97E}"/>
          </ac:picMkLst>
        </pc:picChg>
        <pc:picChg chg="mod">
          <ac:chgData name="Andre da Rocha Trierveiler" userId="39e4beca-1889-4559-a573-ed05a8ea35a2" providerId="ADAL" clId="{2C156BC6-CFE0-40CE-B9AC-40DFF4E3F153}" dt="2025-10-22T01:25:57.447" v="785" actId="27614"/>
          <ac:picMkLst>
            <pc:docMk/>
            <pc:sldMk cId="1838705424" sldId="2147483646"/>
            <ac:picMk id="226" creationId="{2F798CCF-D32B-5188-DA2E-14FECC5A695C}"/>
          </ac:picMkLst>
        </pc:picChg>
        <pc:picChg chg="mod">
          <ac:chgData name="Andre da Rocha Trierveiler" userId="39e4beca-1889-4559-a573-ed05a8ea35a2" providerId="ADAL" clId="{2C156BC6-CFE0-40CE-B9AC-40DFF4E3F153}" dt="2025-10-22T01:25:57.447" v="787" actId="27614"/>
          <ac:picMkLst>
            <pc:docMk/>
            <pc:sldMk cId="1838705424" sldId="2147483646"/>
            <ac:picMk id="228" creationId="{E0E63724-C607-7E2F-76AA-9A50781E6187}"/>
          </ac:picMkLst>
        </pc:picChg>
        <pc:picChg chg="add mod">
          <ac:chgData name="Andre da Rocha Trierveiler" userId="39e4beca-1889-4559-a573-ed05a8ea35a2" providerId="ADAL" clId="{2C156BC6-CFE0-40CE-B9AC-40DFF4E3F153}" dt="2025-10-22T01:25:57.470" v="790" actId="27614"/>
          <ac:picMkLst>
            <pc:docMk/>
            <pc:sldMk cId="1838705424" sldId="2147483646"/>
            <ac:picMk id="230" creationId="{004556BD-AC6D-60C2-E362-9E7140318431}"/>
          </ac:picMkLst>
        </pc:picChg>
        <pc:picChg chg="mod">
          <ac:chgData name="Andre da Rocha Trierveiler" userId="39e4beca-1889-4559-a573-ed05a8ea35a2" providerId="ADAL" clId="{2C156BC6-CFE0-40CE-B9AC-40DFF4E3F153}" dt="2025-10-22T01:25:57.478" v="792" actId="27614"/>
          <ac:picMkLst>
            <pc:docMk/>
            <pc:sldMk cId="1838705424" sldId="2147483646"/>
            <ac:picMk id="232" creationId="{372DF43E-62DE-AB7E-D492-7BA89061CAAD}"/>
          </ac:picMkLst>
        </pc:picChg>
        <pc:picChg chg="mod">
          <ac:chgData name="Andre da Rocha Trierveiler" userId="39e4beca-1889-4559-a573-ed05a8ea35a2" providerId="ADAL" clId="{2C156BC6-CFE0-40CE-B9AC-40DFF4E3F153}" dt="2025-10-22T01:25:57.480" v="794" actId="27614"/>
          <ac:picMkLst>
            <pc:docMk/>
            <pc:sldMk cId="1838705424" sldId="2147483646"/>
            <ac:picMk id="234" creationId="{B117DAD6-4403-D302-0027-992414CF192B}"/>
          </ac:picMkLst>
        </pc:picChg>
        <pc:picChg chg="mod">
          <ac:chgData name="Andre da Rocha Trierveiler" userId="39e4beca-1889-4559-a573-ed05a8ea35a2" providerId="ADAL" clId="{2C156BC6-CFE0-40CE-B9AC-40DFF4E3F153}" dt="2025-10-22T01:25:57.482" v="796" actId="27614"/>
          <ac:picMkLst>
            <pc:docMk/>
            <pc:sldMk cId="1838705424" sldId="2147483646"/>
            <ac:picMk id="236" creationId="{2B190C09-DB57-0E91-E630-EA6FB6E8B5A8}"/>
          </ac:picMkLst>
        </pc:picChg>
        <pc:picChg chg="mod">
          <ac:chgData name="Andre da Rocha Trierveiler" userId="39e4beca-1889-4559-a573-ed05a8ea35a2" providerId="ADAL" clId="{2C156BC6-CFE0-40CE-B9AC-40DFF4E3F153}" dt="2025-10-22T01:25:57.483" v="798" actId="27614"/>
          <ac:picMkLst>
            <pc:docMk/>
            <pc:sldMk cId="1838705424" sldId="2147483646"/>
            <ac:picMk id="238" creationId="{84F40F77-0BD6-1307-780A-BF38EF80F0BC}"/>
          </ac:picMkLst>
        </pc:picChg>
        <pc:picChg chg="mod">
          <ac:chgData name="Andre da Rocha Trierveiler" userId="39e4beca-1889-4559-a573-ed05a8ea35a2" providerId="ADAL" clId="{2C156BC6-CFE0-40CE-B9AC-40DFF4E3F153}" dt="2025-10-22T01:25:57.483" v="800" actId="27614"/>
          <ac:picMkLst>
            <pc:docMk/>
            <pc:sldMk cId="1838705424" sldId="2147483646"/>
            <ac:picMk id="240" creationId="{41CDB171-9C72-BB2F-2343-13D47473B7F0}"/>
          </ac:picMkLst>
        </pc:picChg>
        <pc:picChg chg="mod">
          <ac:chgData name="Andre da Rocha Trierveiler" userId="39e4beca-1889-4559-a573-ed05a8ea35a2" providerId="ADAL" clId="{2C156BC6-CFE0-40CE-B9AC-40DFF4E3F153}" dt="2025-10-22T01:25:57.483" v="802" actId="27614"/>
          <ac:picMkLst>
            <pc:docMk/>
            <pc:sldMk cId="1838705424" sldId="2147483646"/>
            <ac:picMk id="242" creationId="{8AD2AEA6-691D-160E-2A80-E6EEBE766F97}"/>
          </ac:picMkLst>
        </pc:picChg>
        <pc:picChg chg="mod">
          <ac:chgData name="Andre da Rocha Trierveiler" userId="39e4beca-1889-4559-a573-ed05a8ea35a2" providerId="ADAL" clId="{2C156BC6-CFE0-40CE-B9AC-40DFF4E3F153}" dt="2025-10-22T01:25:57.489" v="804" actId="27614"/>
          <ac:picMkLst>
            <pc:docMk/>
            <pc:sldMk cId="1838705424" sldId="2147483646"/>
            <ac:picMk id="244" creationId="{69D72AB1-F4C1-02CE-1D88-2B4FA1CD3A39}"/>
          </ac:picMkLst>
        </pc:picChg>
        <pc:picChg chg="mod">
          <ac:chgData name="Andre da Rocha Trierveiler" userId="39e4beca-1889-4559-a573-ed05a8ea35a2" providerId="ADAL" clId="{2C156BC6-CFE0-40CE-B9AC-40DFF4E3F153}" dt="2025-10-22T01:25:57.493" v="806" actId="27614"/>
          <ac:picMkLst>
            <pc:docMk/>
            <pc:sldMk cId="1838705424" sldId="2147483646"/>
            <ac:picMk id="246" creationId="{E45C50A2-382D-8DFB-72C1-84E92D0C5B10}"/>
          </ac:picMkLst>
        </pc:picChg>
        <pc:picChg chg="mod">
          <ac:chgData name="Andre da Rocha Trierveiler" userId="39e4beca-1889-4559-a573-ed05a8ea35a2" providerId="ADAL" clId="{2C156BC6-CFE0-40CE-B9AC-40DFF4E3F153}" dt="2025-10-22T01:25:57.495" v="808" actId="27614"/>
          <ac:picMkLst>
            <pc:docMk/>
            <pc:sldMk cId="1838705424" sldId="2147483646"/>
            <ac:picMk id="248" creationId="{074DCB1C-E2F0-80A0-653E-69C3A53BD6C6}"/>
          </ac:picMkLst>
        </pc:picChg>
        <pc:picChg chg="mod">
          <ac:chgData name="Andre da Rocha Trierveiler" userId="39e4beca-1889-4559-a573-ed05a8ea35a2" providerId="ADAL" clId="{2C156BC6-CFE0-40CE-B9AC-40DFF4E3F153}" dt="2025-10-22T01:25:57.497" v="810" actId="27614"/>
          <ac:picMkLst>
            <pc:docMk/>
            <pc:sldMk cId="1838705424" sldId="2147483646"/>
            <ac:picMk id="250" creationId="{C42D89AF-3B27-DD05-6644-666AA06B3282}"/>
          </ac:picMkLst>
        </pc:picChg>
        <pc:picChg chg="mod">
          <ac:chgData name="Andre da Rocha Trierveiler" userId="39e4beca-1889-4559-a573-ed05a8ea35a2" providerId="ADAL" clId="{2C156BC6-CFE0-40CE-B9AC-40DFF4E3F153}" dt="2025-10-22T01:25:57.501" v="812" actId="27614"/>
          <ac:picMkLst>
            <pc:docMk/>
            <pc:sldMk cId="1838705424" sldId="2147483646"/>
            <ac:picMk id="252" creationId="{44F05106-FBF8-47BE-C5C5-5A11739DF141}"/>
          </ac:picMkLst>
        </pc:picChg>
        <pc:picChg chg="mod">
          <ac:chgData name="Andre da Rocha Trierveiler" userId="39e4beca-1889-4559-a573-ed05a8ea35a2" providerId="ADAL" clId="{2C156BC6-CFE0-40CE-B9AC-40DFF4E3F153}" dt="2025-10-22T01:25:57.503" v="814" actId="27614"/>
          <ac:picMkLst>
            <pc:docMk/>
            <pc:sldMk cId="1838705424" sldId="2147483646"/>
            <ac:picMk id="254" creationId="{660B1D21-E52F-3847-2BDA-7D425C7C4B31}"/>
          </ac:picMkLst>
        </pc:picChg>
        <pc:picChg chg="mod">
          <ac:chgData name="Andre da Rocha Trierveiler" userId="39e4beca-1889-4559-a573-ed05a8ea35a2" providerId="ADAL" clId="{2C156BC6-CFE0-40CE-B9AC-40DFF4E3F153}" dt="2025-10-22T01:25:57.506" v="816" actId="27614"/>
          <ac:picMkLst>
            <pc:docMk/>
            <pc:sldMk cId="1838705424" sldId="2147483646"/>
            <ac:picMk id="256" creationId="{F587F0D9-23F2-0AB9-EFE1-742DCF6BADC7}"/>
          </ac:picMkLst>
        </pc:picChg>
        <pc:picChg chg="mod">
          <ac:chgData name="Andre da Rocha Trierveiler" userId="39e4beca-1889-4559-a573-ed05a8ea35a2" providerId="ADAL" clId="{2C156BC6-CFE0-40CE-B9AC-40DFF4E3F153}" dt="2025-10-22T01:25:57.509" v="818" actId="27614"/>
          <ac:picMkLst>
            <pc:docMk/>
            <pc:sldMk cId="1838705424" sldId="2147483646"/>
            <ac:picMk id="258" creationId="{FD8A8CFB-4E8A-AFDB-38F5-E23F782DDA28}"/>
          </ac:picMkLst>
        </pc:picChg>
        <pc:picChg chg="mod">
          <ac:chgData name="Andre da Rocha Trierveiler" userId="39e4beca-1889-4559-a573-ed05a8ea35a2" providerId="ADAL" clId="{2C156BC6-CFE0-40CE-B9AC-40DFF4E3F153}" dt="2025-10-22T01:25:57.511" v="820" actId="27614"/>
          <ac:picMkLst>
            <pc:docMk/>
            <pc:sldMk cId="1838705424" sldId="2147483646"/>
            <ac:picMk id="260" creationId="{1776DC55-B994-3AEB-E4C7-53FA01B56FF8}"/>
          </ac:picMkLst>
        </pc:picChg>
        <pc:picChg chg="mod">
          <ac:chgData name="Andre da Rocha Trierveiler" userId="39e4beca-1889-4559-a573-ed05a8ea35a2" providerId="ADAL" clId="{2C156BC6-CFE0-40CE-B9AC-40DFF4E3F153}" dt="2025-10-22T01:25:57.513" v="822" actId="27614"/>
          <ac:picMkLst>
            <pc:docMk/>
            <pc:sldMk cId="1838705424" sldId="2147483646"/>
            <ac:picMk id="262" creationId="{F417E9C4-2323-F8A6-71F5-2F660149A7D8}"/>
          </ac:picMkLst>
        </pc:picChg>
        <pc:picChg chg="mod">
          <ac:chgData name="Andre da Rocha Trierveiler" userId="39e4beca-1889-4559-a573-ed05a8ea35a2" providerId="ADAL" clId="{2C156BC6-CFE0-40CE-B9AC-40DFF4E3F153}" dt="2025-10-22T01:25:57.515" v="824" actId="27614"/>
          <ac:picMkLst>
            <pc:docMk/>
            <pc:sldMk cId="1838705424" sldId="2147483646"/>
            <ac:picMk id="264" creationId="{8AA9CF3D-CCC6-4A66-3349-FB62995BADF6}"/>
          </ac:picMkLst>
        </pc:picChg>
        <pc:picChg chg="mod">
          <ac:chgData name="Andre da Rocha Trierveiler" userId="39e4beca-1889-4559-a573-ed05a8ea35a2" providerId="ADAL" clId="{2C156BC6-CFE0-40CE-B9AC-40DFF4E3F153}" dt="2025-10-22T01:25:57.520" v="826" actId="27614"/>
          <ac:picMkLst>
            <pc:docMk/>
            <pc:sldMk cId="1838705424" sldId="2147483646"/>
            <ac:picMk id="266" creationId="{6152400D-FEA1-EE71-63F8-5DD04467C561}"/>
          </ac:picMkLst>
        </pc:picChg>
        <pc:picChg chg="mod">
          <ac:chgData name="Andre da Rocha Trierveiler" userId="39e4beca-1889-4559-a573-ed05a8ea35a2" providerId="ADAL" clId="{2C156BC6-CFE0-40CE-B9AC-40DFF4E3F153}" dt="2025-10-22T01:25:57.525" v="828" actId="27614"/>
          <ac:picMkLst>
            <pc:docMk/>
            <pc:sldMk cId="1838705424" sldId="2147483646"/>
            <ac:picMk id="268" creationId="{A761FA31-CFC4-295E-1B4F-C7FF64B7AA20}"/>
          </ac:picMkLst>
        </pc:picChg>
        <pc:picChg chg="mod">
          <ac:chgData name="Andre da Rocha Trierveiler" userId="39e4beca-1889-4559-a573-ed05a8ea35a2" providerId="ADAL" clId="{2C156BC6-CFE0-40CE-B9AC-40DFF4E3F153}" dt="2025-10-22T01:25:57.775" v="940" actId="27614"/>
          <ac:picMkLst>
            <pc:docMk/>
            <pc:sldMk cId="1838705424" sldId="2147483646"/>
            <ac:picMk id="270" creationId="{8706B246-125F-A6A5-F7FF-E38AFAD06F34}"/>
          </ac:picMkLst>
        </pc:picChg>
        <pc:picChg chg="mod">
          <ac:chgData name="Andre da Rocha Trierveiler" userId="39e4beca-1889-4559-a573-ed05a8ea35a2" providerId="ADAL" clId="{2C156BC6-CFE0-40CE-B9AC-40DFF4E3F153}" dt="2025-10-22T01:25:57.529" v="830" actId="27614"/>
          <ac:picMkLst>
            <pc:docMk/>
            <pc:sldMk cId="1838705424" sldId="2147483646"/>
            <ac:picMk id="272" creationId="{381A75D7-5FEA-15F2-EE35-58AEDE2F6BA7}"/>
          </ac:picMkLst>
        </pc:picChg>
        <pc:picChg chg="mod">
          <ac:chgData name="Andre da Rocha Trierveiler" userId="39e4beca-1889-4559-a573-ed05a8ea35a2" providerId="ADAL" clId="{2C156BC6-CFE0-40CE-B9AC-40DFF4E3F153}" dt="2025-10-22T01:25:57.529" v="832" actId="27614"/>
          <ac:picMkLst>
            <pc:docMk/>
            <pc:sldMk cId="1838705424" sldId="2147483646"/>
            <ac:picMk id="274" creationId="{186AE9C7-1346-8F04-CBB8-0C4989352A65}"/>
          </ac:picMkLst>
        </pc:picChg>
        <pc:picChg chg="mod">
          <ac:chgData name="Andre da Rocha Trierveiler" userId="39e4beca-1889-4559-a573-ed05a8ea35a2" providerId="ADAL" clId="{2C156BC6-CFE0-40CE-B9AC-40DFF4E3F153}" dt="2025-10-22T01:25:57.533" v="834" actId="27614"/>
          <ac:picMkLst>
            <pc:docMk/>
            <pc:sldMk cId="1838705424" sldId="2147483646"/>
            <ac:picMk id="276" creationId="{E278E0BB-A337-E001-13E9-A254F6C63F14}"/>
          </ac:picMkLst>
        </pc:picChg>
        <pc:picChg chg="mod">
          <ac:chgData name="Andre da Rocha Trierveiler" userId="39e4beca-1889-4559-a573-ed05a8ea35a2" providerId="ADAL" clId="{2C156BC6-CFE0-40CE-B9AC-40DFF4E3F153}" dt="2025-10-22T01:25:57.533" v="836" actId="27614"/>
          <ac:picMkLst>
            <pc:docMk/>
            <pc:sldMk cId="1838705424" sldId="2147483646"/>
            <ac:picMk id="278" creationId="{67C1495C-ECDA-FB86-4DC4-5266A12E3371}"/>
          </ac:picMkLst>
        </pc:picChg>
        <pc:picChg chg="add mod">
          <ac:chgData name="Andre da Rocha Trierveiler" userId="39e4beca-1889-4559-a573-ed05a8ea35a2" providerId="ADAL" clId="{2C156BC6-CFE0-40CE-B9AC-40DFF4E3F153}" dt="2025-10-22T01:25:57.533" v="838" actId="27614"/>
          <ac:picMkLst>
            <pc:docMk/>
            <pc:sldMk cId="1838705424" sldId="2147483646"/>
            <ac:picMk id="280" creationId="{3FA75D0B-4FB7-9201-187D-000835B1294F}"/>
          </ac:picMkLst>
        </pc:picChg>
        <pc:picChg chg="mod">
          <ac:chgData name="Andre da Rocha Trierveiler" userId="39e4beca-1889-4559-a573-ed05a8ea35a2" providerId="ADAL" clId="{2C156BC6-CFE0-40CE-B9AC-40DFF4E3F153}" dt="2025-10-22T01:25:57.533" v="840" actId="27614"/>
          <ac:picMkLst>
            <pc:docMk/>
            <pc:sldMk cId="1838705424" sldId="2147483646"/>
            <ac:picMk id="282" creationId="{B5F16F72-EF07-ECC2-DE48-CEDBC5E45D2A}"/>
          </ac:picMkLst>
        </pc:picChg>
        <pc:picChg chg="mod">
          <ac:chgData name="Andre da Rocha Trierveiler" userId="39e4beca-1889-4559-a573-ed05a8ea35a2" providerId="ADAL" clId="{2C156BC6-CFE0-40CE-B9AC-40DFF4E3F153}" dt="2025-10-22T01:25:57.541" v="842" actId="27614"/>
          <ac:picMkLst>
            <pc:docMk/>
            <pc:sldMk cId="1838705424" sldId="2147483646"/>
            <ac:picMk id="284" creationId="{972E773A-00A6-11C6-65D4-E7453C846968}"/>
          </ac:picMkLst>
        </pc:picChg>
        <pc:picChg chg="mod">
          <ac:chgData name="Andre da Rocha Trierveiler" userId="39e4beca-1889-4559-a573-ed05a8ea35a2" providerId="ADAL" clId="{2C156BC6-CFE0-40CE-B9AC-40DFF4E3F153}" dt="2025-10-22T01:25:57.543" v="844" actId="27614"/>
          <ac:picMkLst>
            <pc:docMk/>
            <pc:sldMk cId="1838705424" sldId="2147483646"/>
            <ac:picMk id="286" creationId="{131C0134-4A98-3C21-087F-EBE4CCA5602D}"/>
          </ac:picMkLst>
        </pc:picChg>
        <pc:picChg chg="mod">
          <ac:chgData name="Andre da Rocha Trierveiler" userId="39e4beca-1889-4559-a573-ed05a8ea35a2" providerId="ADAL" clId="{2C156BC6-CFE0-40CE-B9AC-40DFF4E3F153}" dt="2025-10-22T01:25:57.545" v="846" actId="27614"/>
          <ac:picMkLst>
            <pc:docMk/>
            <pc:sldMk cId="1838705424" sldId="2147483646"/>
            <ac:picMk id="288" creationId="{7A7D7FF7-E70F-6DE2-FC2D-D27090247B7D}"/>
          </ac:picMkLst>
        </pc:picChg>
        <pc:picChg chg="mod">
          <ac:chgData name="Andre da Rocha Trierveiler" userId="39e4beca-1889-4559-a573-ed05a8ea35a2" providerId="ADAL" clId="{2C156BC6-CFE0-40CE-B9AC-40DFF4E3F153}" dt="2025-10-22T01:25:57.547" v="848" actId="27614"/>
          <ac:picMkLst>
            <pc:docMk/>
            <pc:sldMk cId="1838705424" sldId="2147483646"/>
            <ac:picMk id="290" creationId="{2C417228-D153-2399-56B2-3124E84585AF}"/>
          </ac:picMkLst>
        </pc:picChg>
        <pc:picChg chg="add mod">
          <ac:chgData name="Andre da Rocha Trierveiler" userId="39e4beca-1889-4559-a573-ed05a8ea35a2" providerId="ADAL" clId="{2C156BC6-CFE0-40CE-B9AC-40DFF4E3F153}" dt="2025-10-22T01:25:57.547" v="850" actId="27614"/>
          <ac:picMkLst>
            <pc:docMk/>
            <pc:sldMk cId="1838705424" sldId="2147483646"/>
            <ac:picMk id="292" creationId="{CD8242AA-94A8-A8F7-BFCB-2A4B9ACD796E}"/>
          </ac:picMkLst>
        </pc:picChg>
        <pc:picChg chg="mod">
          <ac:chgData name="Andre da Rocha Trierveiler" userId="39e4beca-1889-4559-a573-ed05a8ea35a2" providerId="ADAL" clId="{2C156BC6-CFE0-40CE-B9AC-40DFF4E3F153}" dt="2025-10-22T01:25:57.547" v="852" actId="27614"/>
          <ac:picMkLst>
            <pc:docMk/>
            <pc:sldMk cId="1838705424" sldId="2147483646"/>
            <ac:picMk id="294" creationId="{0049400E-B41D-E48B-9A86-FF90CB78E407}"/>
          </ac:picMkLst>
        </pc:picChg>
        <pc:picChg chg="mod">
          <ac:chgData name="Andre da Rocha Trierveiler" userId="39e4beca-1889-4559-a573-ed05a8ea35a2" providerId="ADAL" clId="{2C156BC6-CFE0-40CE-B9AC-40DFF4E3F153}" dt="2025-10-22T01:25:57.547" v="854" actId="27614"/>
          <ac:picMkLst>
            <pc:docMk/>
            <pc:sldMk cId="1838705424" sldId="2147483646"/>
            <ac:picMk id="296" creationId="{10021F6A-E659-1BEB-28A3-145533C8E267}"/>
          </ac:picMkLst>
        </pc:picChg>
        <pc:picChg chg="mod">
          <ac:chgData name="Andre da Rocha Trierveiler" userId="39e4beca-1889-4559-a573-ed05a8ea35a2" providerId="ADAL" clId="{2C156BC6-CFE0-40CE-B9AC-40DFF4E3F153}" dt="2025-10-22T01:25:57.547" v="856" actId="27614"/>
          <ac:picMkLst>
            <pc:docMk/>
            <pc:sldMk cId="1838705424" sldId="2147483646"/>
            <ac:picMk id="298" creationId="{BFA3AAD8-E8A4-4A1F-909A-03956D43C7C7}"/>
          </ac:picMkLst>
        </pc:picChg>
        <pc:picChg chg="mod">
          <ac:chgData name="Andre da Rocha Trierveiler" userId="39e4beca-1889-4559-a573-ed05a8ea35a2" providerId="ADAL" clId="{2C156BC6-CFE0-40CE-B9AC-40DFF4E3F153}" dt="2025-10-22T01:25:57.557" v="858" actId="27614"/>
          <ac:picMkLst>
            <pc:docMk/>
            <pc:sldMk cId="1838705424" sldId="2147483646"/>
            <ac:picMk id="300" creationId="{8B93D1EB-E425-5A40-73DB-61160845CA3C}"/>
          </ac:picMkLst>
        </pc:picChg>
        <pc:picChg chg="mod">
          <ac:chgData name="Andre da Rocha Trierveiler" userId="39e4beca-1889-4559-a573-ed05a8ea35a2" providerId="ADAL" clId="{2C156BC6-CFE0-40CE-B9AC-40DFF4E3F153}" dt="2025-10-22T01:25:57.557" v="860" actId="27614"/>
          <ac:picMkLst>
            <pc:docMk/>
            <pc:sldMk cId="1838705424" sldId="2147483646"/>
            <ac:picMk id="302" creationId="{88C32635-D2B3-923A-D964-49C38F7BE8E5}"/>
          </ac:picMkLst>
        </pc:picChg>
        <pc:picChg chg="mod">
          <ac:chgData name="Andre da Rocha Trierveiler" userId="39e4beca-1889-4559-a573-ed05a8ea35a2" providerId="ADAL" clId="{2C156BC6-CFE0-40CE-B9AC-40DFF4E3F153}" dt="2025-10-22T01:25:57.557" v="862" actId="27614"/>
          <ac:picMkLst>
            <pc:docMk/>
            <pc:sldMk cId="1838705424" sldId="2147483646"/>
            <ac:picMk id="304" creationId="{90573A72-40E3-9AEE-ED15-9CE488629AA2}"/>
          </ac:picMkLst>
        </pc:picChg>
        <pc:picChg chg="mod">
          <ac:chgData name="Andre da Rocha Trierveiler" userId="39e4beca-1889-4559-a573-ed05a8ea35a2" providerId="ADAL" clId="{2C156BC6-CFE0-40CE-B9AC-40DFF4E3F153}" dt="2025-10-22T01:25:57.557" v="864" actId="27614"/>
          <ac:picMkLst>
            <pc:docMk/>
            <pc:sldMk cId="1838705424" sldId="2147483646"/>
            <ac:picMk id="306" creationId="{E982BF04-D960-F98F-2877-AD5BBF455C9F}"/>
          </ac:picMkLst>
        </pc:picChg>
        <pc:picChg chg="mod">
          <ac:chgData name="Andre da Rocha Trierveiler" userId="39e4beca-1889-4559-a573-ed05a8ea35a2" providerId="ADAL" clId="{2C156BC6-CFE0-40CE-B9AC-40DFF4E3F153}" dt="2025-10-22T01:25:57.557" v="866" actId="27614"/>
          <ac:picMkLst>
            <pc:docMk/>
            <pc:sldMk cId="1838705424" sldId="2147483646"/>
            <ac:picMk id="308" creationId="{416601B2-35F1-7A8D-8A3E-650160492523}"/>
          </ac:picMkLst>
        </pc:picChg>
        <pc:picChg chg="mod">
          <ac:chgData name="Andre da Rocha Trierveiler" userId="39e4beca-1889-4559-a573-ed05a8ea35a2" providerId="ADAL" clId="{2C156BC6-CFE0-40CE-B9AC-40DFF4E3F153}" dt="2025-10-22T01:25:57.557" v="868" actId="27614"/>
          <ac:picMkLst>
            <pc:docMk/>
            <pc:sldMk cId="1838705424" sldId="2147483646"/>
            <ac:picMk id="310" creationId="{8D0E8E6C-51A8-3754-030D-B1080A96FCC9}"/>
          </ac:picMkLst>
        </pc:picChg>
        <pc:picChg chg="mod">
          <ac:chgData name="Andre da Rocha Trierveiler" userId="39e4beca-1889-4559-a573-ed05a8ea35a2" providerId="ADAL" clId="{2C156BC6-CFE0-40CE-B9AC-40DFF4E3F153}" dt="2025-10-22T01:25:57.568" v="870" actId="27614"/>
          <ac:picMkLst>
            <pc:docMk/>
            <pc:sldMk cId="1838705424" sldId="2147483646"/>
            <ac:picMk id="312" creationId="{52222BD5-1288-9F80-2828-77C7594E1487}"/>
          </ac:picMkLst>
        </pc:picChg>
        <pc:picChg chg="mod">
          <ac:chgData name="Andre da Rocha Trierveiler" userId="39e4beca-1889-4559-a573-ed05a8ea35a2" providerId="ADAL" clId="{2C156BC6-CFE0-40CE-B9AC-40DFF4E3F153}" dt="2025-10-22T01:25:57.572" v="872" actId="27614"/>
          <ac:picMkLst>
            <pc:docMk/>
            <pc:sldMk cId="1838705424" sldId="2147483646"/>
            <ac:picMk id="314" creationId="{03C68677-143C-366B-FE1B-3CD23DE96E75}"/>
          </ac:picMkLst>
        </pc:picChg>
        <pc:picChg chg="mod">
          <ac:chgData name="Andre da Rocha Trierveiler" userId="39e4beca-1889-4559-a573-ed05a8ea35a2" providerId="ADAL" clId="{2C156BC6-CFE0-40CE-B9AC-40DFF4E3F153}" dt="2025-10-22T01:25:57.572" v="874" actId="27614"/>
          <ac:picMkLst>
            <pc:docMk/>
            <pc:sldMk cId="1838705424" sldId="2147483646"/>
            <ac:picMk id="316" creationId="{1C3BA74A-AFB1-7FD9-1DE0-8AE00DBE1217}"/>
          </ac:picMkLst>
        </pc:picChg>
        <pc:picChg chg="mod">
          <ac:chgData name="Andre da Rocha Trierveiler" userId="39e4beca-1889-4559-a573-ed05a8ea35a2" providerId="ADAL" clId="{2C156BC6-CFE0-40CE-B9AC-40DFF4E3F153}" dt="2025-10-22T01:25:57.572" v="876" actId="27614"/>
          <ac:picMkLst>
            <pc:docMk/>
            <pc:sldMk cId="1838705424" sldId="2147483646"/>
            <ac:picMk id="318" creationId="{9E048343-F19B-2891-488E-0203011AB975}"/>
          </ac:picMkLst>
        </pc:picChg>
        <pc:picChg chg="mod">
          <ac:chgData name="Andre da Rocha Trierveiler" userId="39e4beca-1889-4559-a573-ed05a8ea35a2" providerId="ADAL" clId="{2C156BC6-CFE0-40CE-B9AC-40DFF4E3F153}" dt="2025-10-22T01:25:57.572" v="878" actId="27614"/>
          <ac:picMkLst>
            <pc:docMk/>
            <pc:sldMk cId="1838705424" sldId="2147483646"/>
            <ac:picMk id="320" creationId="{1F81D3B7-DD1F-A414-7A31-27AED3458C22}"/>
          </ac:picMkLst>
        </pc:picChg>
        <pc:picChg chg="mod">
          <ac:chgData name="Andre da Rocha Trierveiler" userId="39e4beca-1889-4559-a573-ed05a8ea35a2" providerId="ADAL" clId="{2C156BC6-CFE0-40CE-B9AC-40DFF4E3F153}" dt="2025-10-22T01:25:57.572" v="880" actId="27614"/>
          <ac:picMkLst>
            <pc:docMk/>
            <pc:sldMk cId="1838705424" sldId="2147483646"/>
            <ac:picMk id="322" creationId="{A2994B51-E549-1F52-8F85-FB0BC99D86AC}"/>
          </ac:picMkLst>
        </pc:picChg>
        <pc:picChg chg="mod">
          <ac:chgData name="Andre da Rocha Trierveiler" userId="39e4beca-1889-4559-a573-ed05a8ea35a2" providerId="ADAL" clId="{2C156BC6-CFE0-40CE-B9AC-40DFF4E3F153}" dt="2025-10-22T01:25:57.584" v="882" actId="27614"/>
          <ac:picMkLst>
            <pc:docMk/>
            <pc:sldMk cId="1838705424" sldId="2147483646"/>
            <ac:picMk id="324" creationId="{62FFCC3E-46C7-53FA-0750-D5428A7C404B}"/>
          </ac:picMkLst>
        </pc:picChg>
        <pc:picChg chg="mod">
          <ac:chgData name="Andre da Rocha Trierveiler" userId="39e4beca-1889-4559-a573-ed05a8ea35a2" providerId="ADAL" clId="{2C156BC6-CFE0-40CE-B9AC-40DFF4E3F153}" dt="2025-10-22T01:25:57.584" v="884" actId="27614"/>
          <ac:picMkLst>
            <pc:docMk/>
            <pc:sldMk cId="1838705424" sldId="2147483646"/>
            <ac:picMk id="326" creationId="{25DC3144-7192-2671-15F4-C812C40C7D4C}"/>
          </ac:picMkLst>
        </pc:picChg>
        <pc:picChg chg="mod">
          <ac:chgData name="Andre da Rocha Trierveiler" userId="39e4beca-1889-4559-a573-ed05a8ea35a2" providerId="ADAL" clId="{2C156BC6-CFE0-40CE-B9AC-40DFF4E3F153}" dt="2025-10-22T01:25:57.777" v="942" actId="27614"/>
          <ac:picMkLst>
            <pc:docMk/>
            <pc:sldMk cId="1838705424" sldId="2147483646"/>
            <ac:picMk id="328" creationId="{F5B49EA7-872B-E529-197E-D0CE843FEF89}"/>
          </ac:picMkLst>
        </pc:picChg>
        <pc:picChg chg="mod">
          <ac:chgData name="Andre da Rocha Trierveiler" userId="39e4beca-1889-4559-a573-ed05a8ea35a2" providerId="ADAL" clId="{2C156BC6-CFE0-40CE-B9AC-40DFF4E3F153}" dt="2025-10-22T01:25:57.589" v="886" actId="27614"/>
          <ac:picMkLst>
            <pc:docMk/>
            <pc:sldMk cId="1838705424" sldId="2147483646"/>
            <ac:picMk id="330" creationId="{F0751EDA-2FB1-49B1-4AF0-7750FEA6EA89}"/>
          </ac:picMkLst>
        </pc:picChg>
        <pc:picChg chg="mod">
          <ac:chgData name="Andre da Rocha Trierveiler" userId="39e4beca-1889-4559-a573-ed05a8ea35a2" providerId="ADAL" clId="{2C156BC6-CFE0-40CE-B9AC-40DFF4E3F153}" dt="2025-10-22T01:25:57.591" v="888" actId="27614"/>
          <ac:picMkLst>
            <pc:docMk/>
            <pc:sldMk cId="1838705424" sldId="2147483646"/>
            <ac:picMk id="332" creationId="{79298D15-CBDF-FA71-097D-B174CAD28A77}"/>
          </ac:picMkLst>
        </pc:picChg>
        <pc:picChg chg="mod">
          <ac:chgData name="Andre da Rocha Trierveiler" userId="39e4beca-1889-4559-a573-ed05a8ea35a2" providerId="ADAL" clId="{2C156BC6-CFE0-40CE-B9AC-40DFF4E3F153}" dt="2025-10-22T01:25:57.591" v="890" actId="27614"/>
          <ac:picMkLst>
            <pc:docMk/>
            <pc:sldMk cId="1838705424" sldId="2147483646"/>
            <ac:picMk id="334" creationId="{F06C8A65-09E9-A420-736E-33D55574E438}"/>
          </ac:picMkLst>
        </pc:picChg>
        <pc:picChg chg="add mod">
          <ac:chgData name="Andre da Rocha Trierveiler" userId="39e4beca-1889-4559-a573-ed05a8ea35a2" providerId="ADAL" clId="{2C156BC6-CFE0-40CE-B9AC-40DFF4E3F153}" dt="2025-10-22T01:25:57.591" v="892" actId="27614"/>
          <ac:picMkLst>
            <pc:docMk/>
            <pc:sldMk cId="1838705424" sldId="2147483646"/>
            <ac:picMk id="336" creationId="{E55AF3A8-8E24-4182-D0AF-A3C55D6E2FD1}"/>
          </ac:picMkLst>
        </pc:picChg>
        <pc:picChg chg="mod">
          <ac:chgData name="Andre da Rocha Trierveiler" userId="39e4beca-1889-4559-a573-ed05a8ea35a2" providerId="ADAL" clId="{2C156BC6-CFE0-40CE-B9AC-40DFF4E3F153}" dt="2025-10-22T01:25:57.591" v="894" actId="27614"/>
          <ac:picMkLst>
            <pc:docMk/>
            <pc:sldMk cId="1838705424" sldId="2147483646"/>
            <ac:picMk id="338" creationId="{98F9DB0F-9355-5B67-5131-BBA4AA457B6A}"/>
          </ac:picMkLst>
        </pc:picChg>
        <pc:picChg chg="mod">
          <ac:chgData name="Andre da Rocha Trierveiler" userId="39e4beca-1889-4559-a573-ed05a8ea35a2" providerId="ADAL" clId="{2C156BC6-CFE0-40CE-B9AC-40DFF4E3F153}" dt="2025-10-22T01:25:57.591" v="896" actId="27614"/>
          <ac:picMkLst>
            <pc:docMk/>
            <pc:sldMk cId="1838705424" sldId="2147483646"/>
            <ac:picMk id="340" creationId="{CF359191-5BAE-2E8B-3234-F9C08AA5E9AC}"/>
          </ac:picMkLst>
        </pc:picChg>
        <pc:picChg chg="mod">
          <ac:chgData name="Andre da Rocha Trierveiler" userId="39e4beca-1889-4559-a573-ed05a8ea35a2" providerId="ADAL" clId="{2C156BC6-CFE0-40CE-B9AC-40DFF4E3F153}" dt="2025-10-22T01:25:57.600" v="898" actId="27614"/>
          <ac:picMkLst>
            <pc:docMk/>
            <pc:sldMk cId="1838705424" sldId="2147483646"/>
            <ac:picMk id="342" creationId="{76F0D3E0-F716-2287-2823-24BC0C52BC25}"/>
          </ac:picMkLst>
        </pc:picChg>
        <pc:picChg chg="mod">
          <ac:chgData name="Andre da Rocha Trierveiler" userId="39e4beca-1889-4559-a573-ed05a8ea35a2" providerId="ADAL" clId="{2C156BC6-CFE0-40CE-B9AC-40DFF4E3F153}" dt="2025-10-22T01:25:57.142" v="585" actId="27614"/>
          <ac:picMkLst>
            <pc:docMk/>
            <pc:sldMk cId="1838705424" sldId="2147483646"/>
            <ac:picMk id="344" creationId="{31DF2899-5F99-5EB2-EFD5-CFF341F5E20A}"/>
          </ac:picMkLst>
        </pc:picChg>
        <pc:picChg chg="mod">
          <ac:chgData name="Andre da Rocha Trierveiler" userId="39e4beca-1889-4559-a573-ed05a8ea35a2" providerId="ADAL" clId="{2C156BC6-CFE0-40CE-B9AC-40DFF4E3F153}" dt="2025-10-22T01:25:57.140" v="583" actId="27614"/>
          <ac:picMkLst>
            <pc:docMk/>
            <pc:sldMk cId="1838705424" sldId="2147483646"/>
            <ac:picMk id="346" creationId="{E193234D-F7C2-3073-34E7-9A65755CA659}"/>
          </ac:picMkLst>
        </pc:picChg>
        <pc:picChg chg="mod">
          <ac:chgData name="Andre da Rocha Trierveiler" userId="39e4beca-1889-4559-a573-ed05a8ea35a2" providerId="ADAL" clId="{2C156BC6-CFE0-40CE-B9AC-40DFF4E3F153}" dt="2025-10-22T01:25:57.604" v="900" actId="27614"/>
          <ac:picMkLst>
            <pc:docMk/>
            <pc:sldMk cId="1838705424" sldId="2147483646"/>
            <ac:picMk id="348" creationId="{D0648DAF-D830-4C16-1C8A-91FAFE81D59F}"/>
          </ac:picMkLst>
        </pc:picChg>
        <pc:picChg chg="mod">
          <ac:chgData name="Andre da Rocha Trierveiler" userId="39e4beca-1889-4559-a573-ed05a8ea35a2" providerId="ADAL" clId="{2C156BC6-CFE0-40CE-B9AC-40DFF4E3F153}" dt="2025-10-22T01:25:57.606" v="902" actId="27614"/>
          <ac:picMkLst>
            <pc:docMk/>
            <pc:sldMk cId="1838705424" sldId="2147483646"/>
            <ac:picMk id="350" creationId="{8A7E32CD-D0E1-932D-465B-287E3CEFBDED}"/>
          </ac:picMkLst>
        </pc:picChg>
        <pc:picChg chg="mod">
          <ac:chgData name="Andre da Rocha Trierveiler" userId="39e4beca-1889-4559-a573-ed05a8ea35a2" providerId="ADAL" clId="{2C156BC6-CFE0-40CE-B9AC-40DFF4E3F153}" dt="2025-10-22T01:25:57.610" v="904" actId="27614"/>
          <ac:picMkLst>
            <pc:docMk/>
            <pc:sldMk cId="1838705424" sldId="2147483646"/>
            <ac:picMk id="352" creationId="{C44F10F9-424B-C2D9-A849-99D3B1E136A9}"/>
          </ac:picMkLst>
        </pc:picChg>
        <pc:picChg chg="mod">
          <ac:chgData name="Andre da Rocha Trierveiler" userId="39e4beca-1889-4559-a573-ed05a8ea35a2" providerId="ADAL" clId="{2C156BC6-CFE0-40CE-B9AC-40DFF4E3F153}" dt="2025-10-22T01:25:57.613" v="906" actId="27614"/>
          <ac:picMkLst>
            <pc:docMk/>
            <pc:sldMk cId="1838705424" sldId="2147483646"/>
            <ac:picMk id="354" creationId="{2A926D48-3ADA-CCEA-BE30-ABE43DC04CAC}"/>
          </ac:picMkLst>
        </pc:picChg>
        <pc:picChg chg="mod">
          <ac:chgData name="Andre da Rocha Trierveiler" userId="39e4beca-1889-4559-a573-ed05a8ea35a2" providerId="ADAL" clId="{2C156BC6-CFE0-40CE-B9AC-40DFF4E3F153}" dt="2025-10-22T01:25:57.615" v="908" actId="27614"/>
          <ac:picMkLst>
            <pc:docMk/>
            <pc:sldMk cId="1838705424" sldId="2147483646"/>
            <ac:picMk id="356" creationId="{66F08EDD-4674-A7A8-A108-19B3133E4B36}"/>
          </ac:picMkLst>
        </pc:picChg>
        <pc:picChg chg="mod">
          <ac:chgData name="Andre da Rocha Trierveiler" userId="39e4beca-1889-4559-a573-ed05a8ea35a2" providerId="ADAL" clId="{2C156BC6-CFE0-40CE-B9AC-40DFF4E3F153}" dt="2025-10-22T01:25:57.620" v="910" actId="27614"/>
          <ac:picMkLst>
            <pc:docMk/>
            <pc:sldMk cId="1838705424" sldId="2147483646"/>
            <ac:picMk id="358" creationId="{A409AF35-45DC-8FE8-CAB5-97B9BF6A3AE3}"/>
          </ac:picMkLst>
        </pc:picChg>
        <pc:picChg chg="mod">
          <ac:chgData name="Andre da Rocha Trierveiler" userId="39e4beca-1889-4559-a573-ed05a8ea35a2" providerId="ADAL" clId="{2C156BC6-CFE0-40CE-B9AC-40DFF4E3F153}" dt="2025-10-22T01:25:57.622" v="912" actId="27614"/>
          <ac:picMkLst>
            <pc:docMk/>
            <pc:sldMk cId="1838705424" sldId="2147483646"/>
            <ac:picMk id="360" creationId="{A4882437-90E6-B0C5-6A29-745CE67D811E}"/>
          </ac:picMkLst>
        </pc:picChg>
        <pc:picChg chg="mod">
          <ac:chgData name="Andre da Rocha Trierveiler" userId="39e4beca-1889-4559-a573-ed05a8ea35a2" providerId="ADAL" clId="{2C156BC6-CFE0-40CE-B9AC-40DFF4E3F153}" dt="2025-10-22T01:25:57.625" v="914" actId="27614"/>
          <ac:picMkLst>
            <pc:docMk/>
            <pc:sldMk cId="1838705424" sldId="2147483646"/>
            <ac:picMk id="362" creationId="{C4DBAD7E-BD50-E4DD-0E81-42D9E9C41F40}"/>
          </ac:picMkLst>
        </pc:picChg>
        <pc:picChg chg="mod">
          <ac:chgData name="Andre da Rocha Trierveiler" userId="39e4beca-1889-4559-a573-ed05a8ea35a2" providerId="ADAL" clId="{2C156BC6-CFE0-40CE-B9AC-40DFF4E3F153}" dt="2025-10-22T01:25:57.628" v="916" actId="27614"/>
          <ac:picMkLst>
            <pc:docMk/>
            <pc:sldMk cId="1838705424" sldId="2147483646"/>
            <ac:picMk id="364" creationId="{B76CF69E-7437-9FAC-3216-68BA83F8C5EA}"/>
          </ac:picMkLst>
        </pc:picChg>
        <pc:picChg chg="mod">
          <ac:chgData name="Andre da Rocha Trierveiler" userId="39e4beca-1889-4559-a573-ed05a8ea35a2" providerId="ADAL" clId="{2C156BC6-CFE0-40CE-B9AC-40DFF4E3F153}" dt="2025-10-22T01:25:57.630" v="918" actId="27614"/>
          <ac:picMkLst>
            <pc:docMk/>
            <pc:sldMk cId="1838705424" sldId="2147483646"/>
            <ac:picMk id="366" creationId="{424E842C-456A-EA62-6A91-2077F379F33F}"/>
          </ac:picMkLst>
        </pc:picChg>
        <pc:picChg chg="mod">
          <ac:chgData name="Andre da Rocha Trierveiler" userId="39e4beca-1889-4559-a573-ed05a8ea35a2" providerId="ADAL" clId="{2C156BC6-CFE0-40CE-B9AC-40DFF4E3F153}" dt="2025-10-22T01:25:57.634" v="920" actId="27614"/>
          <ac:picMkLst>
            <pc:docMk/>
            <pc:sldMk cId="1838705424" sldId="2147483646"/>
            <ac:picMk id="368" creationId="{6941568D-D50E-8D55-F241-F8D6B8C09043}"/>
          </ac:picMkLst>
        </pc:picChg>
        <pc:picChg chg="del mod">
          <ac:chgData name="Andre da Rocha Trierveiler" userId="39e4beca-1889-4559-a573-ed05a8ea35a2" providerId="ADAL" clId="{2C156BC6-CFE0-40CE-B9AC-40DFF4E3F153}" dt="2025-10-22T01:26:00.189" v="945" actId="478"/>
          <ac:picMkLst>
            <pc:docMk/>
            <pc:sldMk cId="1838705424" sldId="2147483646"/>
            <ac:picMk id="370" creationId="{79FF5BA0-6932-D5D1-2602-05547714A070}"/>
          </ac:picMkLst>
        </pc:picChg>
        <pc:picChg chg="del mod">
          <ac:chgData name="Andre da Rocha Trierveiler" userId="39e4beca-1889-4559-a573-ed05a8ea35a2" providerId="ADAL" clId="{2C156BC6-CFE0-40CE-B9AC-40DFF4E3F153}" dt="2025-10-22T01:25:59.049" v="944" actId="478"/>
          <ac:picMkLst>
            <pc:docMk/>
            <pc:sldMk cId="1838705424" sldId="2147483646"/>
            <ac:picMk id="372" creationId="{7F1B6078-E656-8F43-B1F3-57B5EDED5D20}"/>
          </ac:picMkLst>
        </pc:picChg>
        <pc:picChg chg="mod">
          <ac:chgData name="Andre da Rocha Trierveiler" userId="39e4beca-1889-4559-a573-ed05a8ea35a2" providerId="ADAL" clId="{2C156BC6-CFE0-40CE-B9AC-40DFF4E3F153}" dt="2025-10-22T01:25:57.641" v="926" actId="27614"/>
          <ac:picMkLst>
            <pc:docMk/>
            <pc:sldMk cId="1838705424" sldId="2147483646"/>
            <ac:picMk id="374" creationId="{4D6C9AD1-FAF8-DF77-863A-7561DEA9CD55}"/>
          </ac:picMkLst>
        </pc:picChg>
        <pc:picChg chg="mod">
          <ac:chgData name="Andre da Rocha Trierveiler" userId="39e4beca-1889-4559-a573-ed05a8ea35a2" providerId="ADAL" clId="{2C156BC6-CFE0-40CE-B9AC-40DFF4E3F153}" dt="2025-10-22T01:25:57.642" v="928" actId="27614"/>
          <ac:picMkLst>
            <pc:docMk/>
            <pc:sldMk cId="1838705424" sldId="2147483646"/>
            <ac:picMk id="376" creationId="{0D945FB4-FCB0-D3AD-3538-87B485EDC70F}"/>
          </ac:picMkLst>
        </pc:picChg>
        <pc:picChg chg="mod">
          <ac:chgData name="Andre da Rocha Trierveiler" userId="39e4beca-1889-4559-a573-ed05a8ea35a2" providerId="ADAL" clId="{2C156BC6-CFE0-40CE-B9AC-40DFF4E3F153}" dt="2025-10-22T01:25:57.762" v="930" actId="27614"/>
          <ac:picMkLst>
            <pc:docMk/>
            <pc:sldMk cId="1838705424" sldId="2147483646"/>
            <ac:picMk id="378" creationId="{7B2E4408-B98B-C688-928A-0A358746587F}"/>
          </ac:picMkLst>
        </pc:picChg>
        <pc:cxnChg chg="mod">
          <ac:chgData name="Andre da Rocha Trierveiler" userId="39e4beca-1889-4559-a573-ed05a8ea35a2" providerId="ADAL" clId="{2C156BC6-CFE0-40CE-B9AC-40DFF4E3F153}" dt="2025-10-22T01:25:57.447" v="788" actId="962"/>
          <ac:cxnSpMkLst>
            <pc:docMk/>
            <pc:sldMk cId="1838705424" sldId="2147483646"/>
            <ac:cxnSpMk id="2" creationId="{8FD436F1-3E75-A469-E722-E4A856211A04}"/>
          </ac:cxnSpMkLst>
        </pc:cxnChg>
        <pc:cxnChg chg="mod">
          <ac:chgData name="Andre da Rocha Trierveiler" userId="39e4beca-1889-4559-a573-ed05a8ea35a2" providerId="ADAL" clId="{2C156BC6-CFE0-40CE-B9AC-40DFF4E3F153}" dt="2025-10-22T01:25:57.447" v="788" actId="962"/>
          <ac:cxnSpMkLst>
            <pc:docMk/>
            <pc:sldMk cId="1838705424" sldId="2147483646"/>
            <ac:cxnSpMk id="10" creationId="{F522CA39-087B-548B-DFBE-4EAE36FE2173}"/>
          </ac:cxnSpMkLst>
        </pc:cxnChg>
        <pc:cxnChg chg="mod">
          <ac:chgData name="Andre da Rocha Trierveiler" userId="39e4beca-1889-4559-a573-ed05a8ea35a2" providerId="ADAL" clId="{2C156BC6-CFE0-40CE-B9AC-40DFF4E3F153}" dt="2025-10-22T01:25:57.447" v="788" actId="962"/>
          <ac:cxnSpMkLst>
            <pc:docMk/>
            <pc:sldMk cId="1838705424" sldId="2147483646"/>
            <ac:cxnSpMk id="11" creationId="{97D39AC9-C94B-D38F-3BFA-E673E36818F0}"/>
          </ac:cxnSpMkLst>
        </pc:cxnChg>
        <pc:cxnChg chg="mod">
          <ac:chgData name="Andre da Rocha Trierveiler" userId="39e4beca-1889-4559-a573-ed05a8ea35a2" providerId="ADAL" clId="{2C156BC6-CFE0-40CE-B9AC-40DFF4E3F153}" dt="2025-10-22T01:25:57.447" v="788" actId="962"/>
          <ac:cxnSpMkLst>
            <pc:docMk/>
            <pc:sldMk cId="1838705424" sldId="2147483646"/>
            <ac:cxnSpMk id="15" creationId="{5F6310D0-447F-ADBB-5804-520BA55D29D2}"/>
          </ac:cxnSpMkLst>
        </pc:cxnChg>
      </pc:sldChg>
      <pc:sldChg chg="delSp add mod modNotesTx">
        <pc:chgData name="Andre da Rocha Trierveiler" userId="39e4beca-1889-4559-a573-ed05a8ea35a2" providerId="ADAL" clId="{2C156BC6-CFE0-40CE-B9AC-40DFF4E3F153}" dt="2025-10-22T01:26:59.010" v="972" actId="478"/>
        <pc:sldMkLst>
          <pc:docMk/>
          <pc:sldMk cId="4164307338" sldId="2147483646"/>
        </pc:sldMkLst>
        <pc:spChg chg="del">
          <ac:chgData name="Andre da Rocha Trierveiler" userId="39e4beca-1889-4559-a573-ed05a8ea35a2" providerId="ADAL" clId="{2C156BC6-CFE0-40CE-B9AC-40DFF4E3F153}" dt="2025-10-22T01:26:59.010" v="972" actId="478"/>
          <ac:spMkLst>
            <pc:docMk/>
            <pc:sldMk cId="4164307338" sldId="2147483646"/>
            <ac:spMk id="3" creationId="{A63C05BC-7AC8-B6A7-5D65-833AEFB89EE9}"/>
          </ac:spMkLst>
        </pc:spChg>
        <pc:spChg chg="del">
          <ac:chgData name="Andre da Rocha Trierveiler" userId="39e4beca-1889-4559-a573-ed05a8ea35a2" providerId="ADAL" clId="{2C156BC6-CFE0-40CE-B9AC-40DFF4E3F153}" dt="2025-10-22T01:26:59.010" v="972" actId="478"/>
          <ac:spMkLst>
            <pc:docMk/>
            <pc:sldMk cId="4164307338" sldId="2147483646"/>
            <ac:spMk id="6" creationId="{589D963B-C066-20B7-4CD6-4B1F02DBA9A2}"/>
          </ac:spMkLst>
        </pc:spChg>
        <pc:spChg chg="del">
          <ac:chgData name="Andre da Rocha Trierveiler" userId="39e4beca-1889-4559-a573-ed05a8ea35a2" providerId="ADAL" clId="{2C156BC6-CFE0-40CE-B9AC-40DFF4E3F153}" dt="2025-10-22T01:26:59.010" v="972" actId="478"/>
          <ac:spMkLst>
            <pc:docMk/>
            <pc:sldMk cId="4164307338" sldId="2147483646"/>
            <ac:spMk id="12" creationId="{51F647A0-9327-DAB4-D7B8-16DF8D650D4E}"/>
          </ac:spMkLst>
        </pc:spChg>
        <pc:spChg chg="del">
          <ac:chgData name="Andre da Rocha Trierveiler" userId="39e4beca-1889-4559-a573-ed05a8ea35a2" providerId="ADAL" clId="{2C156BC6-CFE0-40CE-B9AC-40DFF4E3F153}" dt="2025-10-22T01:26:59.010" v="972" actId="478"/>
          <ac:spMkLst>
            <pc:docMk/>
            <pc:sldMk cId="4164307338" sldId="2147483646"/>
            <ac:spMk id="17" creationId="{15F016F4-2008-EF28-10D4-B2E52DDE88C8}"/>
          </ac:spMkLst>
        </pc:spChg>
        <pc:cxnChg chg="del">
          <ac:chgData name="Andre da Rocha Trierveiler" userId="39e4beca-1889-4559-a573-ed05a8ea35a2" providerId="ADAL" clId="{2C156BC6-CFE0-40CE-B9AC-40DFF4E3F153}" dt="2025-10-22T01:26:59.010" v="972" actId="478"/>
          <ac:cxnSpMkLst>
            <pc:docMk/>
            <pc:sldMk cId="4164307338" sldId="2147483646"/>
            <ac:cxnSpMk id="2" creationId="{12A9EF67-CDD8-94A8-2E73-E9C9B7609A2C}"/>
          </ac:cxnSpMkLst>
        </pc:cxnChg>
        <pc:cxnChg chg="del">
          <ac:chgData name="Andre da Rocha Trierveiler" userId="39e4beca-1889-4559-a573-ed05a8ea35a2" providerId="ADAL" clId="{2C156BC6-CFE0-40CE-B9AC-40DFF4E3F153}" dt="2025-10-22T01:26:59.010" v="972" actId="478"/>
          <ac:cxnSpMkLst>
            <pc:docMk/>
            <pc:sldMk cId="4164307338" sldId="2147483646"/>
            <ac:cxnSpMk id="10" creationId="{8B10A16B-9444-D10E-B87F-7E8974DDAF00}"/>
          </ac:cxnSpMkLst>
        </pc:cxnChg>
        <pc:cxnChg chg="del">
          <ac:chgData name="Andre da Rocha Trierveiler" userId="39e4beca-1889-4559-a573-ed05a8ea35a2" providerId="ADAL" clId="{2C156BC6-CFE0-40CE-B9AC-40DFF4E3F153}" dt="2025-10-22T01:26:59.010" v="972" actId="478"/>
          <ac:cxnSpMkLst>
            <pc:docMk/>
            <pc:sldMk cId="4164307338" sldId="2147483646"/>
            <ac:cxnSpMk id="11" creationId="{0B7BC8FB-1ADD-4010-041A-4925F140F25A}"/>
          </ac:cxnSpMkLst>
        </pc:cxnChg>
        <pc:cxnChg chg="del">
          <ac:chgData name="Andre da Rocha Trierveiler" userId="39e4beca-1889-4559-a573-ed05a8ea35a2" providerId="ADAL" clId="{2C156BC6-CFE0-40CE-B9AC-40DFF4E3F153}" dt="2025-10-22T01:26:59.010" v="972" actId="478"/>
          <ac:cxnSpMkLst>
            <pc:docMk/>
            <pc:sldMk cId="4164307338" sldId="2147483646"/>
            <ac:cxnSpMk id="15" creationId="{926520E7-20AD-3298-FEEA-E7AFEA68A543}"/>
          </ac:cxnSpMkLst>
        </pc:cxnChg>
      </pc:sldChg>
      <pc:sldMasterChg chg="delSldLayout">
        <pc:chgData name="Andre da Rocha Trierveiler" userId="39e4beca-1889-4559-a573-ed05a8ea35a2" providerId="ADAL" clId="{2C156BC6-CFE0-40CE-B9AC-40DFF4E3F153}" dt="2025-10-22T00:54:55.825" v="22" actId="47"/>
        <pc:sldMasterMkLst>
          <pc:docMk/>
          <pc:sldMasterMk cId="627022710" sldId="2147483688"/>
        </pc:sldMasterMkLst>
        <pc:sldLayoutChg chg="del">
          <pc:chgData name="Andre da Rocha Trierveiler" userId="39e4beca-1889-4559-a573-ed05a8ea35a2" providerId="ADAL" clId="{2C156BC6-CFE0-40CE-B9AC-40DFF4E3F153}" dt="2025-10-22T00:54:55.825" v="22" actId="47"/>
          <pc:sldLayoutMkLst>
            <pc:docMk/>
            <pc:sldMasterMk cId="627022710" sldId="2147483688"/>
            <pc:sldLayoutMk cId="537084162" sldId="2147483692"/>
          </pc:sldLayoutMkLst>
        </pc:sldLayoutChg>
      </pc:sldMasterChg>
    </pc:docChg>
  </pc:docChgLst>
  <pc:docChgLst>
    <pc:chgData name="Andre da Rocha Trierveiler" userId="39e4beca-1889-4559-a573-ed05a8ea35a2" providerId="ADAL" clId="{A1C02F58-EA61-4345-ABF4-10D54580211D}"/>
    <pc:docChg chg="undo custSel addSld delSld modSld">
      <pc:chgData name="Andre da Rocha Trierveiler" userId="39e4beca-1889-4559-a573-ed05a8ea35a2" providerId="ADAL" clId="{A1C02F58-EA61-4345-ABF4-10D54580211D}" dt="2025-10-22T01:39:27.225" v="85" actId="478"/>
      <pc:docMkLst>
        <pc:docMk/>
      </pc:docMkLst>
      <pc:sldChg chg="addSp delSp modSp mod">
        <pc:chgData name="Andre da Rocha Trierveiler" userId="39e4beca-1889-4559-a573-ed05a8ea35a2" providerId="ADAL" clId="{A1C02F58-EA61-4345-ABF4-10D54580211D}" dt="2025-10-22T01:39:27.225" v="85" actId="478"/>
        <pc:sldMkLst>
          <pc:docMk/>
          <pc:sldMk cId="0" sldId="2141411575"/>
        </pc:sldMkLst>
        <pc:spChg chg="del mod">
          <ac:chgData name="Andre da Rocha Trierveiler" userId="39e4beca-1889-4559-a573-ed05a8ea35a2" providerId="ADAL" clId="{A1C02F58-EA61-4345-ABF4-10D54580211D}" dt="2025-10-22T01:38:00.173" v="70" actId="478"/>
          <ac:spMkLst>
            <pc:docMk/>
            <pc:sldMk cId="0" sldId="2141411575"/>
            <ac:spMk id="4" creationId="{69726A00-3626-D2AA-8DF0-C606C15E8EE7}"/>
          </ac:spMkLst>
        </pc:spChg>
        <pc:spChg chg="add del mod">
          <ac:chgData name="Andre da Rocha Trierveiler" userId="39e4beca-1889-4559-a573-ed05a8ea35a2" providerId="ADAL" clId="{A1C02F58-EA61-4345-ABF4-10D54580211D}" dt="2025-10-22T01:39:27.225" v="85" actId="478"/>
          <ac:spMkLst>
            <pc:docMk/>
            <pc:sldMk cId="0" sldId="2141411575"/>
            <ac:spMk id="14" creationId="{2B896DDC-57AA-E94A-C4F4-F1FDDA524E16}"/>
          </ac:spMkLst>
        </pc:spChg>
        <pc:spChg chg="add del mod">
          <ac:chgData name="Andre da Rocha Trierveiler" userId="39e4beca-1889-4559-a573-ed05a8ea35a2" providerId="ADAL" clId="{A1C02F58-EA61-4345-ABF4-10D54580211D}" dt="2025-10-22T01:39:27.225" v="85" actId="478"/>
          <ac:spMkLst>
            <pc:docMk/>
            <pc:sldMk cId="0" sldId="2141411575"/>
            <ac:spMk id="15" creationId="{FB28C1F5-E871-2A41-70A3-F39B1161A30F}"/>
          </ac:spMkLst>
        </pc:spChg>
        <pc:spChg chg="add mod ord">
          <ac:chgData name="Andre da Rocha Trierveiler" userId="39e4beca-1889-4559-a573-ed05a8ea35a2" providerId="ADAL" clId="{A1C02F58-EA61-4345-ABF4-10D54580211D}" dt="2025-10-22T01:38:06.867" v="73" actId="207"/>
          <ac:spMkLst>
            <pc:docMk/>
            <pc:sldMk cId="0" sldId="2141411575"/>
            <ac:spMk id="18" creationId="{9F813101-34A0-8F20-106E-0BCD62C3DC5D}"/>
          </ac:spMkLst>
        </pc:spChg>
        <pc:picChg chg="mod">
          <ac:chgData name="Andre da Rocha Trierveiler" userId="39e4beca-1889-4559-a573-ed05a8ea35a2" providerId="ADAL" clId="{A1C02F58-EA61-4345-ABF4-10D54580211D}" dt="2025-10-22T01:38:31.760" v="75" actId="692"/>
          <ac:picMkLst>
            <pc:docMk/>
            <pc:sldMk cId="0" sldId="2141411575"/>
            <ac:picMk id="2" creationId="{00000000-0000-0000-0000-000000000000}"/>
          </ac:picMkLst>
        </pc:picChg>
        <pc:picChg chg="add del mod">
          <ac:chgData name="Andre da Rocha Trierveiler" userId="39e4beca-1889-4559-a573-ed05a8ea35a2" providerId="ADAL" clId="{A1C02F58-EA61-4345-ABF4-10D54580211D}" dt="2025-10-22T01:39:25.243" v="84" actId="478"/>
          <ac:picMkLst>
            <pc:docMk/>
            <pc:sldMk cId="0" sldId="2141411575"/>
            <ac:picMk id="17" creationId="{50F740DE-EB8D-1708-0B73-83EE4152B937}"/>
          </ac:picMkLst>
        </pc:picChg>
        <pc:picChg chg="del">
          <ac:chgData name="Andre da Rocha Trierveiler" userId="39e4beca-1889-4559-a573-ed05a8ea35a2" providerId="ADAL" clId="{A1C02F58-EA61-4345-ABF4-10D54580211D}" dt="2025-10-22T01:36:06.540" v="55" actId="478"/>
          <ac:picMkLst>
            <pc:docMk/>
            <pc:sldMk cId="0" sldId="2141411575"/>
            <ac:picMk id="23" creationId="{70C41EF5-26A4-3A1D-FEFB-2852E72481D3}"/>
          </ac:picMkLst>
        </pc:picChg>
        <pc:cxnChg chg="mod">
          <ac:chgData name="Andre da Rocha Trierveiler" userId="39e4beca-1889-4559-a573-ed05a8ea35a2" providerId="ADAL" clId="{A1C02F58-EA61-4345-ABF4-10D54580211D}" dt="2025-10-22T01:39:23.591" v="83" actId="692"/>
          <ac:cxnSpMkLst>
            <pc:docMk/>
            <pc:sldMk cId="0" sldId="2141411575"/>
            <ac:cxnSpMk id="11" creationId="{535EE4BB-CF48-A469-2D50-F51DFE6038C7}"/>
          </ac:cxnSpMkLst>
        </pc:cxnChg>
        <pc:cxnChg chg="mod">
          <ac:chgData name="Andre da Rocha Trierveiler" userId="39e4beca-1889-4559-a573-ed05a8ea35a2" providerId="ADAL" clId="{A1C02F58-EA61-4345-ABF4-10D54580211D}" dt="2025-10-22T01:39:23.591" v="83" actId="692"/>
          <ac:cxnSpMkLst>
            <pc:docMk/>
            <pc:sldMk cId="0" sldId="2141411575"/>
            <ac:cxnSpMk id="12" creationId="{6E87C9EE-7316-C472-23ED-2211E2C66E39}"/>
          </ac:cxnSpMkLst>
        </pc:cxnChg>
        <pc:cxnChg chg="mod">
          <ac:chgData name="Andre da Rocha Trierveiler" userId="39e4beca-1889-4559-a573-ed05a8ea35a2" providerId="ADAL" clId="{A1C02F58-EA61-4345-ABF4-10D54580211D}" dt="2025-10-22T01:39:23.591" v="83" actId="692"/>
          <ac:cxnSpMkLst>
            <pc:docMk/>
            <pc:sldMk cId="0" sldId="2141411575"/>
            <ac:cxnSpMk id="13" creationId="{4E6BEE3E-5C62-2DE0-6763-C17BE93D6738}"/>
          </ac:cxnSpMkLst>
        </pc:cxnChg>
      </pc:sldChg>
      <pc:sldChg chg="del">
        <pc:chgData name="Andre da Rocha Trierveiler" userId="39e4beca-1889-4559-a573-ed05a8ea35a2" providerId="ADAL" clId="{A1C02F58-EA61-4345-ABF4-10D54580211D}" dt="2025-10-22T01:36:11.008" v="56" actId="47"/>
        <pc:sldMkLst>
          <pc:docMk/>
          <pc:sldMk cId="1432680483" sldId="2147483642"/>
        </pc:sldMkLst>
      </pc:sldChg>
      <pc:sldChg chg="addSp modSp mod">
        <pc:chgData name="Andre da Rocha Trierveiler" userId="39e4beca-1889-4559-a573-ed05a8ea35a2" providerId="ADAL" clId="{A1C02F58-EA61-4345-ABF4-10D54580211D}" dt="2025-10-22T01:33:27.646" v="27" actId="1076"/>
        <pc:sldMkLst>
          <pc:docMk/>
          <pc:sldMk cId="1670747827" sldId="2147483645"/>
        </pc:sldMkLst>
        <pc:spChg chg="mod">
          <ac:chgData name="Andre da Rocha Trierveiler" userId="39e4beca-1889-4559-a573-ed05a8ea35a2" providerId="ADAL" clId="{A1C02F58-EA61-4345-ABF4-10D54580211D}" dt="2025-10-22T01:33:25.550" v="26" actId="1076"/>
          <ac:spMkLst>
            <pc:docMk/>
            <pc:sldMk cId="1670747827" sldId="2147483645"/>
            <ac:spMk id="4" creationId="{640CA363-DC48-3D91-C29B-D03941339F21}"/>
          </ac:spMkLst>
        </pc:spChg>
        <pc:spChg chg="mod">
          <ac:chgData name="Andre da Rocha Trierveiler" userId="39e4beca-1889-4559-a573-ed05a8ea35a2" providerId="ADAL" clId="{A1C02F58-EA61-4345-ABF4-10D54580211D}" dt="2025-10-22T01:33:21.787" v="22"/>
          <ac:spMkLst>
            <pc:docMk/>
            <pc:sldMk cId="1670747827" sldId="2147483645"/>
            <ac:spMk id="54" creationId="{7B362DFE-B316-3873-B48C-21E64A157AAA}"/>
          </ac:spMkLst>
        </pc:spChg>
        <pc:spChg chg="mod">
          <ac:chgData name="Andre da Rocha Trierveiler" userId="39e4beca-1889-4559-a573-ed05a8ea35a2" providerId="ADAL" clId="{A1C02F58-EA61-4345-ABF4-10D54580211D}" dt="2025-10-22T01:33:21.787" v="22"/>
          <ac:spMkLst>
            <pc:docMk/>
            <pc:sldMk cId="1670747827" sldId="2147483645"/>
            <ac:spMk id="55" creationId="{B5753833-B4B1-7CDD-2DB0-2F974454B23A}"/>
          </ac:spMkLst>
        </pc:spChg>
        <pc:spChg chg="mod">
          <ac:chgData name="Andre da Rocha Trierveiler" userId="39e4beca-1889-4559-a573-ed05a8ea35a2" providerId="ADAL" clId="{A1C02F58-EA61-4345-ABF4-10D54580211D}" dt="2025-10-22T01:33:21.787" v="22"/>
          <ac:spMkLst>
            <pc:docMk/>
            <pc:sldMk cId="1670747827" sldId="2147483645"/>
            <ac:spMk id="56" creationId="{6FA6AB8C-55AA-7308-2766-09BACC0E6D19}"/>
          </ac:spMkLst>
        </pc:spChg>
        <pc:spChg chg="mod">
          <ac:chgData name="Andre da Rocha Trierveiler" userId="39e4beca-1889-4559-a573-ed05a8ea35a2" providerId="ADAL" clId="{A1C02F58-EA61-4345-ABF4-10D54580211D}" dt="2025-10-22T01:33:21.787" v="22"/>
          <ac:spMkLst>
            <pc:docMk/>
            <pc:sldMk cId="1670747827" sldId="2147483645"/>
            <ac:spMk id="57" creationId="{F3136B78-CB2A-D1BA-38AC-76CAEC901B03}"/>
          </ac:spMkLst>
        </pc:spChg>
        <pc:grpChg chg="add mod">
          <ac:chgData name="Andre da Rocha Trierveiler" userId="39e4beca-1889-4559-a573-ed05a8ea35a2" providerId="ADAL" clId="{A1C02F58-EA61-4345-ABF4-10D54580211D}" dt="2025-10-22T01:33:27.646" v="27" actId="1076"/>
          <ac:grpSpMkLst>
            <pc:docMk/>
            <pc:sldMk cId="1670747827" sldId="2147483645"/>
            <ac:grpSpMk id="53" creationId="{47ACEDE6-B469-C388-D8D6-6427C7173DB1}"/>
          </ac:grpSpMkLst>
        </pc:grpChg>
      </pc:sldChg>
      <pc:sldChg chg="addSp delSp modSp mod">
        <pc:chgData name="Andre da Rocha Trierveiler" userId="39e4beca-1889-4559-a573-ed05a8ea35a2" providerId="ADAL" clId="{A1C02F58-EA61-4345-ABF4-10D54580211D}" dt="2025-10-22T01:35:45.631" v="54" actId="478"/>
        <pc:sldMkLst>
          <pc:docMk/>
          <pc:sldMk cId="4164307338" sldId="2147483646"/>
        </pc:sldMkLst>
        <pc:spChg chg="mod">
          <ac:chgData name="Andre da Rocha Trierveiler" userId="39e4beca-1889-4559-a573-ed05a8ea35a2" providerId="ADAL" clId="{A1C02F58-EA61-4345-ABF4-10D54580211D}" dt="2025-10-22T01:31:08.655" v="11" actId="1076"/>
          <ac:spMkLst>
            <pc:docMk/>
            <pc:sldMk cId="4164307338" sldId="2147483646"/>
            <ac:spMk id="4" creationId="{1784F115-B539-E429-DA14-084A5CDF2284}"/>
          </ac:spMkLst>
        </pc:spChg>
        <pc:spChg chg="add mod">
          <ac:chgData name="Andre da Rocha Trierveiler" userId="39e4beca-1889-4559-a573-ed05a8ea35a2" providerId="ADAL" clId="{A1C02F58-EA61-4345-ABF4-10D54580211D}" dt="2025-10-22T01:34:39.517" v="38" actId="1076"/>
          <ac:spMkLst>
            <pc:docMk/>
            <pc:sldMk cId="4164307338" sldId="2147483646"/>
            <ac:spMk id="6" creationId="{E6AEC4AF-4A06-579E-0B2E-3BD78D4D176A}"/>
          </ac:spMkLst>
        </pc:spChg>
        <pc:spChg chg="add del mod">
          <ac:chgData name="Andre da Rocha Trierveiler" userId="39e4beca-1889-4559-a573-ed05a8ea35a2" providerId="ADAL" clId="{A1C02F58-EA61-4345-ABF4-10D54580211D}" dt="2025-10-22T01:35:25.607" v="46" actId="21"/>
          <ac:spMkLst>
            <pc:docMk/>
            <pc:sldMk cId="4164307338" sldId="2147483646"/>
            <ac:spMk id="8" creationId="{2BBCE250-866A-EF0A-B427-6F3CF9F7C383}"/>
          </ac:spMkLst>
        </pc:spChg>
        <pc:spChg chg="add del mod">
          <ac:chgData name="Andre da Rocha Trierveiler" userId="39e4beca-1889-4559-a573-ed05a8ea35a2" providerId="ADAL" clId="{A1C02F58-EA61-4345-ABF4-10D54580211D}" dt="2025-10-22T01:35:45.631" v="54" actId="478"/>
          <ac:spMkLst>
            <pc:docMk/>
            <pc:sldMk cId="4164307338" sldId="2147483646"/>
            <ac:spMk id="9" creationId="{5C9C1D23-A923-B6EF-4EC9-7F7254A2F59B}"/>
          </ac:spMkLst>
        </pc:spChg>
        <pc:spChg chg="add mod">
          <ac:chgData name="Andre da Rocha Trierveiler" userId="39e4beca-1889-4559-a573-ed05a8ea35a2" providerId="ADAL" clId="{A1C02F58-EA61-4345-ABF4-10D54580211D}" dt="2025-10-22T01:35:44.393" v="53" actId="1076"/>
          <ac:spMkLst>
            <pc:docMk/>
            <pc:sldMk cId="4164307338" sldId="2147483646"/>
            <ac:spMk id="10" creationId="{8EAAD7F6-5AC2-52ED-7D5F-125628DDB56B}"/>
          </ac:spMkLst>
        </pc:spChg>
        <pc:picChg chg="add mod modCrop">
          <ac:chgData name="Andre da Rocha Trierveiler" userId="39e4beca-1889-4559-a573-ed05a8ea35a2" providerId="ADAL" clId="{A1C02F58-EA61-4345-ABF4-10D54580211D}" dt="2025-10-22T01:31:18.183" v="18" actId="1076"/>
          <ac:picMkLst>
            <pc:docMk/>
            <pc:sldMk cId="4164307338" sldId="2147483646"/>
            <ac:picMk id="3" creationId="{4112AB3B-04AF-E39E-A705-DA6A601D33D7}"/>
          </ac:picMkLst>
        </pc:picChg>
      </pc:sldChg>
      <pc:sldChg chg="addSp delSp add mod">
        <pc:chgData name="Andre da Rocha Trierveiler" userId="39e4beca-1889-4559-a573-ed05a8ea35a2" providerId="ADAL" clId="{A1C02F58-EA61-4345-ABF4-10D54580211D}" dt="2025-10-22T01:31:32.706" v="21" actId="22"/>
        <pc:sldMkLst>
          <pc:docMk/>
          <pc:sldMk cId="2923349923" sldId="2147483647"/>
        </pc:sldMkLst>
        <pc:picChg chg="del">
          <ac:chgData name="Andre da Rocha Trierveiler" userId="39e4beca-1889-4559-a573-ed05a8ea35a2" providerId="ADAL" clId="{A1C02F58-EA61-4345-ABF4-10D54580211D}" dt="2025-10-22T01:31:32.254" v="20" actId="478"/>
          <ac:picMkLst>
            <pc:docMk/>
            <pc:sldMk cId="2923349923" sldId="2147483647"/>
            <ac:picMk id="3" creationId="{415B79FA-3BA6-B0E6-23E9-91361E768439}"/>
          </ac:picMkLst>
        </pc:picChg>
        <pc:picChg chg="add">
          <ac:chgData name="Andre da Rocha Trierveiler" userId="39e4beca-1889-4559-a573-ed05a8ea35a2" providerId="ADAL" clId="{A1C02F58-EA61-4345-ABF4-10D54580211D}" dt="2025-10-22T01:31:32.706" v="21" actId="22"/>
          <ac:picMkLst>
            <pc:docMk/>
            <pc:sldMk cId="2923349923" sldId="2147483647"/>
            <ac:picMk id="6" creationId="{1BC8685B-45E3-F2D2-F9A6-D8DED176F17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EF514F-68C6-4254-B87E-B22142357029}" type="doc">
      <dgm:prSet loTypeId="urn:microsoft.com/office/officeart/2005/8/layout/cycle3" loCatId="cycle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pt-BR"/>
        </a:p>
      </dgm:t>
    </dgm:pt>
    <dgm:pt modelId="{69B90D6C-38F0-4622-A847-2765D947F379}">
      <dgm:prSet phldrT="[Texto]" custT="1"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PESQUISA MACRO</a:t>
          </a:r>
        </a:p>
        <a:p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do Cenário Macroeconômico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8289D0E4-0569-437C-82CB-A63EEBC9141B}" type="parTrans" cxnId="{D7E91394-DD66-44BA-882E-7EF0725A2C39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C9471942-6474-48B5-8765-3C728CF26D55}" type="sibTrans" cxnId="{D7E91394-DD66-44BA-882E-7EF0725A2C39}">
      <dgm:prSet/>
      <dgm:spPr>
        <a:solidFill>
          <a:srgbClr val="64C832"/>
        </a:solidFill>
      </dgm:spPr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B2124966-728E-48A7-9791-2C637920351A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pPr>
            <a:buNone/>
          </a:pPr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 DOS MERCADOS</a:t>
          </a:r>
        </a:p>
        <a:p>
          <a:pPr>
            <a:buNone/>
          </a:pPr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e discussão das perspectivas e prêmios para os mercados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451250F3-8DFE-4263-818F-6188BD4634E2}" type="parTrans" cxnId="{4425064D-9DEA-4581-BD57-05289E8FA0D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F05D3DBF-2046-4113-A891-0A80660586E2}" type="sibTrans" cxnId="{4425064D-9DEA-4581-BD57-05289E8FA0D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14B547CA-283C-4A0A-98D1-1A1D5C99ADC8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pPr>
            <a:buNone/>
          </a:pPr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</a:t>
          </a:r>
        </a:p>
        <a:p>
          <a:pPr>
            <a:buNone/>
          </a:pPr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Definição do posicionamento</a:t>
          </a:r>
        </a:p>
        <a:p>
          <a:pPr>
            <a:buNone/>
          </a:pPr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Estratégias/Targets/</a:t>
          </a:r>
          <a:r>
            <a:rPr lang="pt-BR" sz="800" i="1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48BF9780-E0D2-4217-86EF-DDFA8C11E84F}" type="parTrans" cxnId="{91EE2E52-B71D-416F-ACCF-A5B819846FAA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75835470-3429-45C9-A314-4E62DCE9B82C}" type="sibTrans" cxnId="{91EE2E52-B71D-416F-ACCF-A5B819846FAA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4B333F21-93B9-4EE1-8BD1-3F2FB8FF6F84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EXECUÇÃO</a:t>
          </a:r>
        </a:p>
        <a:p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Alocação de acordo com a estratégia e timing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764585F9-048F-43AF-9C68-26DA3107735C}" type="parTrans" cxnId="{3E3926BD-208C-4127-B1BD-8367B3DBB6A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AB409227-3E00-45C0-93F5-61209BFA3C2D}" type="sibTrans" cxnId="{3E3926BD-208C-4127-B1BD-8367B3DBB6A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8A9CCEE2-E050-4962-B9D2-A6254AE75E83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MONITORAMENTO</a:t>
          </a:r>
        </a:p>
        <a:p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Controle de exposição a riscos</a:t>
          </a:r>
        </a:p>
        <a:p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Acompanhamento dos resultados</a:t>
          </a:r>
        </a:p>
        <a:p>
          <a:r>
            <a:rPr lang="pt-BR" sz="800" i="1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 </a:t>
          </a:r>
          <a:r>
            <a:rPr lang="pt-BR" sz="800" i="1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gain</a:t>
          </a:r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/</a:t>
          </a:r>
          <a:r>
            <a:rPr lang="pt-BR" sz="800" i="1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loss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9114362E-D691-4B77-8971-8C82F4968718}" type="parTrans" cxnId="{35D13866-D5F8-48F6-82D2-C4B766785147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36441F55-54C2-48B7-91AF-2D6F74379359}" type="sibTrans" cxnId="{35D13866-D5F8-48F6-82D2-C4B766785147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7A047B3C-CEA4-4FE9-ACBC-346CF031B532}" type="pres">
      <dgm:prSet presAssocID="{7AEF514F-68C6-4254-B87E-B22142357029}" presName="Name0" presStyleCnt="0">
        <dgm:presLayoutVars>
          <dgm:dir/>
          <dgm:resizeHandles val="exact"/>
        </dgm:presLayoutVars>
      </dgm:prSet>
      <dgm:spPr/>
    </dgm:pt>
    <dgm:pt modelId="{A6E1A9A2-0607-48C2-AB94-63D9AA01EA3B}" type="pres">
      <dgm:prSet presAssocID="{7AEF514F-68C6-4254-B87E-B22142357029}" presName="cycle" presStyleCnt="0"/>
      <dgm:spPr/>
    </dgm:pt>
    <dgm:pt modelId="{F89E39E0-21DD-4CCD-A2D2-A7E69E6CF767}" type="pres">
      <dgm:prSet presAssocID="{69B90D6C-38F0-4622-A847-2765D947F379}" presName="nodeFirstNode" presStyleLbl="node1" presStyleIdx="0" presStyleCnt="5" custScaleX="82945" custScaleY="84874">
        <dgm:presLayoutVars>
          <dgm:bulletEnabled val="1"/>
        </dgm:presLayoutVars>
      </dgm:prSet>
      <dgm:spPr/>
    </dgm:pt>
    <dgm:pt modelId="{BBD9B570-40AD-4FF0-907E-C5C0E55FBB0A}" type="pres">
      <dgm:prSet presAssocID="{C9471942-6474-48B5-8765-3C728CF26D55}" presName="sibTransFirstNode" presStyleLbl="bgShp" presStyleIdx="0" presStyleCnt="1"/>
      <dgm:spPr/>
    </dgm:pt>
    <dgm:pt modelId="{6D379F12-A51A-4838-8031-55CDE6F3C123}" type="pres">
      <dgm:prSet presAssocID="{B2124966-728E-48A7-9791-2C637920351A}" presName="nodeFollowingNodes" presStyleLbl="node1" presStyleIdx="1" presStyleCnt="5" custScaleX="82945" custScaleY="84874">
        <dgm:presLayoutVars>
          <dgm:bulletEnabled val="1"/>
        </dgm:presLayoutVars>
      </dgm:prSet>
      <dgm:spPr/>
    </dgm:pt>
    <dgm:pt modelId="{17D0BE3E-73F8-4C5E-A6E6-EDD799A9EFE8}" type="pres">
      <dgm:prSet presAssocID="{14B547CA-283C-4A0A-98D1-1A1D5C99ADC8}" presName="nodeFollowingNodes" presStyleLbl="node1" presStyleIdx="2" presStyleCnt="5" custScaleX="82945" custScaleY="114186">
        <dgm:presLayoutVars>
          <dgm:bulletEnabled val="1"/>
        </dgm:presLayoutVars>
      </dgm:prSet>
      <dgm:spPr/>
    </dgm:pt>
    <dgm:pt modelId="{10CE3189-8C3D-4EAC-8AB1-1BE4E58E9A69}" type="pres">
      <dgm:prSet presAssocID="{4B333F21-93B9-4EE1-8BD1-3F2FB8FF6F84}" presName="nodeFollowingNodes" presStyleLbl="node1" presStyleIdx="3" presStyleCnt="5" custScaleX="82945" custScaleY="84874">
        <dgm:presLayoutVars>
          <dgm:bulletEnabled val="1"/>
        </dgm:presLayoutVars>
      </dgm:prSet>
      <dgm:spPr/>
    </dgm:pt>
    <dgm:pt modelId="{74AEBB5A-4263-42C5-AEE1-B5E00520BBA0}" type="pres">
      <dgm:prSet presAssocID="{8A9CCEE2-E050-4962-B9D2-A6254AE75E83}" presName="nodeFollowingNodes" presStyleLbl="node1" presStyleIdx="4" presStyleCnt="5" custScaleX="82945" custScaleY="142560">
        <dgm:presLayoutVars>
          <dgm:bulletEnabled val="1"/>
        </dgm:presLayoutVars>
      </dgm:prSet>
      <dgm:spPr/>
    </dgm:pt>
  </dgm:ptLst>
  <dgm:cxnLst>
    <dgm:cxn modelId="{35D13866-D5F8-48F6-82D2-C4B766785147}" srcId="{7AEF514F-68C6-4254-B87E-B22142357029}" destId="{8A9CCEE2-E050-4962-B9D2-A6254AE75E83}" srcOrd="4" destOrd="0" parTransId="{9114362E-D691-4B77-8971-8C82F4968718}" sibTransId="{36441F55-54C2-48B7-91AF-2D6F74379359}"/>
    <dgm:cxn modelId="{F8292F4A-BBB1-4612-BD06-517509D14ADC}" type="presOf" srcId="{B2124966-728E-48A7-9791-2C637920351A}" destId="{6D379F12-A51A-4838-8031-55CDE6F3C123}" srcOrd="0" destOrd="0" presId="urn:microsoft.com/office/officeart/2005/8/layout/cycle3"/>
    <dgm:cxn modelId="{4425064D-9DEA-4581-BD57-05289E8FA0D5}" srcId="{7AEF514F-68C6-4254-B87E-B22142357029}" destId="{B2124966-728E-48A7-9791-2C637920351A}" srcOrd="1" destOrd="0" parTransId="{451250F3-8DFE-4263-818F-6188BD4634E2}" sibTransId="{F05D3DBF-2046-4113-A891-0A80660586E2}"/>
    <dgm:cxn modelId="{91EE2E52-B71D-416F-ACCF-A5B819846FAA}" srcId="{7AEF514F-68C6-4254-B87E-B22142357029}" destId="{14B547CA-283C-4A0A-98D1-1A1D5C99ADC8}" srcOrd="2" destOrd="0" parTransId="{48BF9780-E0D2-4217-86EF-DDFA8C11E84F}" sibTransId="{75835470-3429-45C9-A314-4E62DCE9B82C}"/>
    <dgm:cxn modelId="{284D5177-67AD-4EAC-B456-BDEECA59389E}" type="presOf" srcId="{69B90D6C-38F0-4622-A847-2765D947F379}" destId="{F89E39E0-21DD-4CCD-A2D2-A7E69E6CF767}" srcOrd="0" destOrd="0" presId="urn:microsoft.com/office/officeart/2005/8/layout/cycle3"/>
    <dgm:cxn modelId="{7F59ED81-9106-4F80-84FA-A1F68DD2433E}" type="presOf" srcId="{4B333F21-93B9-4EE1-8BD1-3F2FB8FF6F84}" destId="{10CE3189-8C3D-4EAC-8AB1-1BE4E58E9A69}" srcOrd="0" destOrd="0" presId="urn:microsoft.com/office/officeart/2005/8/layout/cycle3"/>
    <dgm:cxn modelId="{52978289-3BF4-4162-9572-3532205B5615}" type="presOf" srcId="{14B547CA-283C-4A0A-98D1-1A1D5C99ADC8}" destId="{17D0BE3E-73F8-4C5E-A6E6-EDD799A9EFE8}" srcOrd="0" destOrd="0" presId="urn:microsoft.com/office/officeart/2005/8/layout/cycle3"/>
    <dgm:cxn modelId="{D7E91394-DD66-44BA-882E-7EF0725A2C39}" srcId="{7AEF514F-68C6-4254-B87E-B22142357029}" destId="{69B90D6C-38F0-4622-A847-2765D947F379}" srcOrd="0" destOrd="0" parTransId="{8289D0E4-0569-437C-82CB-A63EEBC9141B}" sibTransId="{C9471942-6474-48B5-8765-3C728CF26D55}"/>
    <dgm:cxn modelId="{E1CDBE97-6B8D-47C6-BB58-01E1EDA9623B}" type="presOf" srcId="{7AEF514F-68C6-4254-B87E-B22142357029}" destId="{7A047B3C-CEA4-4FE9-ACBC-346CF031B532}" srcOrd="0" destOrd="0" presId="urn:microsoft.com/office/officeart/2005/8/layout/cycle3"/>
    <dgm:cxn modelId="{3E3926BD-208C-4127-B1BD-8367B3DBB6A5}" srcId="{7AEF514F-68C6-4254-B87E-B22142357029}" destId="{4B333F21-93B9-4EE1-8BD1-3F2FB8FF6F84}" srcOrd="3" destOrd="0" parTransId="{764585F9-048F-43AF-9C68-26DA3107735C}" sibTransId="{AB409227-3E00-45C0-93F5-61209BFA3C2D}"/>
    <dgm:cxn modelId="{8613A8D3-67F8-4F64-A91A-228CD37B578D}" type="presOf" srcId="{C9471942-6474-48B5-8765-3C728CF26D55}" destId="{BBD9B570-40AD-4FF0-907E-C5C0E55FBB0A}" srcOrd="0" destOrd="0" presId="urn:microsoft.com/office/officeart/2005/8/layout/cycle3"/>
    <dgm:cxn modelId="{CA990DDC-3132-420D-A86D-DFD9F9115EC2}" type="presOf" srcId="{8A9CCEE2-E050-4962-B9D2-A6254AE75E83}" destId="{74AEBB5A-4263-42C5-AEE1-B5E00520BBA0}" srcOrd="0" destOrd="0" presId="urn:microsoft.com/office/officeart/2005/8/layout/cycle3"/>
    <dgm:cxn modelId="{31989C01-C52B-44DC-ABC2-73B1F1058ADF}" type="presParOf" srcId="{7A047B3C-CEA4-4FE9-ACBC-346CF031B532}" destId="{A6E1A9A2-0607-48C2-AB94-63D9AA01EA3B}" srcOrd="0" destOrd="0" presId="urn:microsoft.com/office/officeart/2005/8/layout/cycle3"/>
    <dgm:cxn modelId="{74ED9D3C-6416-42B1-A3C5-479BB37C9586}" type="presParOf" srcId="{A6E1A9A2-0607-48C2-AB94-63D9AA01EA3B}" destId="{F89E39E0-21DD-4CCD-A2D2-A7E69E6CF767}" srcOrd="0" destOrd="0" presId="urn:microsoft.com/office/officeart/2005/8/layout/cycle3"/>
    <dgm:cxn modelId="{B1A5CB81-9AC7-4274-B61F-9D679C348E27}" type="presParOf" srcId="{A6E1A9A2-0607-48C2-AB94-63D9AA01EA3B}" destId="{BBD9B570-40AD-4FF0-907E-C5C0E55FBB0A}" srcOrd="1" destOrd="0" presId="urn:microsoft.com/office/officeart/2005/8/layout/cycle3"/>
    <dgm:cxn modelId="{C8DFA13C-9464-42F2-9CA2-100797B166F0}" type="presParOf" srcId="{A6E1A9A2-0607-48C2-AB94-63D9AA01EA3B}" destId="{6D379F12-A51A-4838-8031-55CDE6F3C123}" srcOrd="2" destOrd="0" presId="urn:microsoft.com/office/officeart/2005/8/layout/cycle3"/>
    <dgm:cxn modelId="{0A4649A8-C111-43D9-B71D-66FAF4128492}" type="presParOf" srcId="{A6E1A9A2-0607-48C2-AB94-63D9AA01EA3B}" destId="{17D0BE3E-73F8-4C5E-A6E6-EDD799A9EFE8}" srcOrd="3" destOrd="0" presId="urn:microsoft.com/office/officeart/2005/8/layout/cycle3"/>
    <dgm:cxn modelId="{3AF24DA5-C14D-4354-8087-D5905730F182}" type="presParOf" srcId="{A6E1A9A2-0607-48C2-AB94-63D9AA01EA3B}" destId="{10CE3189-8C3D-4EAC-8AB1-1BE4E58E9A69}" srcOrd="4" destOrd="0" presId="urn:microsoft.com/office/officeart/2005/8/layout/cycle3"/>
    <dgm:cxn modelId="{007F5D3E-5D85-4062-8276-E334D8FB96CE}" type="presParOf" srcId="{A6E1A9A2-0607-48C2-AB94-63D9AA01EA3B}" destId="{74AEBB5A-4263-42C5-AEE1-B5E00520BBA0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910D0-C0AF-4824-8483-E6DF3A1A53C3}" type="doc">
      <dgm:prSet loTypeId="urn:microsoft.com/office/officeart/2005/8/layout/process1" loCatId="process" qsTypeId="urn:microsoft.com/office/officeart/2005/8/quickstyle/simple1" qsCatId="simple" csTypeId="urn:microsoft.com/office/officeart/2005/8/colors/accent3_5" csCatId="accent3" phldr="1"/>
      <dgm:spPr/>
    </dgm:pt>
    <dgm:pt modelId="{E4AA0CFF-262A-473B-BF22-8157F8FB2B06}">
      <dgm:prSet phldrT="[Texto]" custT="1"/>
      <dgm:spPr/>
      <dgm:t>
        <a:bodyPr/>
        <a:lstStyle/>
        <a:p>
          <a:r>
            <a:rPr lang="pt-BR" sz="1400" b="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Reunião de </a:t>
          </a:r>
          <a:r>
            <a:rPr lang="pt-BR" sz="1400" b="0" i="1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Views</a:t>
          </a:r>
          <a:endParaRPr lang="pt-BR" sz="1400" b="0" i="1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73AB6358-AAB2-4AEE-BF93-4D3847647256}" type="parTrans" cxnId="{E9FD10E9-E3DB-4903-87BA-744B428A873D}">
      <dgm:prSet/>
      <dgm:spPr/>
      <dgm:t>
        <a:bodyPr/>
        <a:lstStyle/>
        <a:p>
          <a:endParaRPr lang="pt-BR" sz="120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A32B0BD6-BF40-425B-9125-E73F0D2E76B2}" type="sibTrans" cxnId="{E9FD10E9-E3DB-4903-87BA-744B428A873D}">
      <dgm:prSet custT="1"/>
      <dgm:spPr>
        <a:solidFill>
          <a:srgbClr val="A5A5A5">
            <a:alpha val="50000"/>
          </a:srgbClr>
        </a:solidFill>
      </dgm:spPr>
      <dgm:t>
        <a:bodyPr/>
        <a:lstStyle/>
        <a:p>
          <a:endParaRPr lang="pt-BR" sz="105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4B9D6425-75CD-4214-B116-14D0BDD75CE8}">
      <dgm:prSet phldrT="[Texto]" custT="1"/>
      <dgm:spPr/>
      <dgm:t>
        <a:bodyPr/>
        <a:lstStyle/>
        <a:p>
          <a:r>
            <a:rPr lang="pt-BR" sz="1400" b="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Comitê de Gestão</a:t>
          </a:r>
        </a:p>
      </dgm:t>
    </dgm:pt>
    <dgm:pt modelId="{92209ACE-95D0-421C-8293-0CA0EE8EF158}" type="parTrans" cxnId="{AD1807D2-E3B0-4069-B5B7-6C06D4F1D7D5}">
      <dgm:prSet/>
      <dgm:spPr/>
      <dgm:t>
        <a:bodyPr/>
        <a:lstStyle/>
        <a:p>
          <a:endParaRPr lang="pt-BR" sz="120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7B6AF4CC-A3B1-4D99-8B3C-6EDF2F9A2DC0}" type="sibTrans" cxnId="{AD1807D2-E3B0-4069-B5B7-6C06D4F1D7D5}">
      <dgm:prSet/>
      <dgm:spPr/>
      <dgm:t>
        <a:bodyPr/>
        <a:lstStyle/>
        <a:p>
          <a:endParaRPr lang="pt-BR" sz="120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FDAE1CB8-B4EB-4085-9FA5-ED3F6CAD4001}" type="pres">
      <dgm:prSet presAssocID="{5D9910D0-C0AF-4824-8483-E6DF3A1A53C3}" presName="Name0" presStyleCnt="0">
        <dgm:presLayoutVars>
          <dgm:dir/>
          <dgm:resizeHandles val="exact"/>
        </dgm:presLayoutVars>
      </dgm:prSet>
      <dgm:spPr/>
    </dgm:pt>
    <dgm:pt modelId="{FAB1A6F0-2846-494E-BEB5-E1C3E305AB68}" type="pres">
      <dgm:prSet presAssocID="{E4AA0CFF-262A-473B-BF22-8157F8FB2B06}" presName="node" presStyleLbl="node1" presStyleIdx="0" presStyleCnt="2" custScaleX="191565">
        <dgm:presLayoutVars>
          <dgm:bulletEnabled val="1"/>
        </dgm:presLayoutVars>
      </dgm:prSet>
      <dgm:spPr/>
    </dgm:pt>
    <dgm:pt modelId="{29E6E68D-D036-4EBD-ACE1-C67267D57354}" type="pres">
      <dgm:prSet presAssocID="{A32B0BD6-BF40-425B-9125-E73F0D2E76B2}" presName="sibTrans" presStyleLbl="sibTrans2D1" presStyleIdx="0" presStyleCnt="1"/>
      <dgm:spPr/>
    </dgm:pt>
    <dgm:pt modelId="{75E501F9-C539-4FF3-938D-C75EEF34B182}" type="pres">
      <dgm:prSet presAssocID="{A32B0BD6-BF40-425B-9125-E73F0D2E76B2}" presName="connectorText" presStyleLbl="sibTrans2D1" presStyleIdx="0" presStyleCnt="1"/>
      <dgm:spPr/>
    </dgm:pt>
    <dgm:pt modelId="{4B0C2221-1AC1-49F0-AA77-776B39F473E1}" type="pres">
      <dgm:prSet presAssocID="{4B9D6425-75CD-4214-B116-14D0BDD75CE8}" presName="node" presStyleLbl="node1" presStyleIdx="1" presStyleCnt="2" custScaleX="179755">
        <dgm:presLayoutVars>
          <dgm:bulletEnabled val="1"/>
        </dgm:presLayoutVars>
      </dgm:prSet>
      <dgm:spPr/>
    </dgm:pt>
  </dgm:ptLst>
  <dgm:cxnLst>
    <dgm:cxn modelId="{37E4640A-6B8E-4D34-89D7-3ACAFA769AEC}" type="presOf" srcId="{A32B0BD6-BF40-425B-9125-E73F0D2E76B2}" destId="{75E501F9-C539-4FF3-938D-C75EEF34B182}" srcOrd="1" destOrd="0" presId="urn:microsoft.com/office/officeart/2005/8/layout/process1"/>
    <dgm:cxn modelId="{A46F9C18-36D1-4757-8277-9D8AD52DDA19}" type="presOf" srcId="{E4AA0CFF-262A-473B-BF22-8157F8FB2B06}" destId="{FAB1A6F0-2846-494E-BEB5-E1C3E305AB68}" srcOrd="0" destOrd="0" presId="urn:microsoft.com/office/officeart/2005/8/layout/process1"/>
    <dgm:cxn modelId="{FC97107C-B0E4-4560-925E-9C679A4C96D6}" type="presOf" srcId="{5D9910D0-C0AF-4824-8483-E6DF3A1A53C3}" destId="{FDAE1CB8-B4EB-4085-9FA5-ED3F6CAD4001}" srcOrd="0" destOrd="0" presId="urn:microsoft.com/office/officeart/2005/8/layout/process1"/>
    <dgm:cxn modelId="{AD1807D2-E3B0-4069-B5B7-6C06D4F1D7D5}" srcId="{5D9910D0-C0AF-4824-8483-E6DF3A1A53C3}" destId="{4B9D6425-75CD-4214-B116-14D0BDD75CE8}" srcOrd="1" destOrd="0" parTransId="{92209ACE-95D0-421C-8293-0CA0EE8EF158}" sibTransId="{7B6AF4CC-A3B1-4D99-8B3C-6EDF2F9A2DC0}"/>
    <dgm:cxn modelId="{994B1DD7-3DDE-495F-BA1D-964AFCF8BCF2}" type="presOf" srcId="{4B9D6425-75CD-4214-B116-14D0BDD75CE8}" destId="{4B0C2221-1AC1-49F0-AA77-776B39F473E1}" srcOrd="0" destOrd="0" presId="urn:microsoft.com/office/officeart/2005/8/layout/process1"/>
    <dgm:cxn modelId="{E9FD10E9-E3DB-4903-87BA-744B428A873D}" srcId="{5D9910D0-C0AF-4824-8483-E6DF3A1A53C3}" destId="{E4AA0CFF-262A-473B-BF22-8157F8FB2B06}" srcOrd="0" destOrd="0" parTransId="{73AB6358-AAB2-4AEE-BF93-4D3847647256}" sibTransId="{A32B0BD6-BF40-425B-9125-E73F0D2E76B2}"/>
    <dgm:cxn modelId="{A5391DF1-1DF1-4A6D-B1F5-48E9E520F8A5}" type="presOf" srcId="{A32B0BD6-BF40-425B-9125-E73F0D2E76B2}" destId="{29E6E68D-D036-4EBD-ACE1-C67267D57354}" srcOrd="0" destOrd="0" presId="urn:microsoft.com/office/officeart/2005/8/layout/process1"/>
    <dgm:cxn modelId="{74DB249D-8566-43D7-B928-198237833539}" type="presParOf" srcId="{FDAE1CB8-B4EB-4085-9FA5-ED3F6CAD4001}" destId="{FAB1A6F0-2846-494E-BEB5-E1C3E305AB68}" srcOrd="0" destOrd="0" presId="urn:microsoft.com/office/officeart/2005/8/layout/process1"/>
    <dgm:cxn modelId="{ECAA2A59-E97A-4D9B-9904-05A3718BE0AD}" type="presParOf" srcId="{FDAE1CB8-B4EB-4085-9FA5-ED3F6CAD4001}" destId="{29E6E68D-D036-4EBD-ACE1-C67267D57354}" srcOrd="1" destOrd="0" presId="urn:microsoft.com/office/officeart/2005/8/layout/process1"/>
    <dgm:cxn modelId="{1C6F02D5-EEE7-49D8-8001-24B97E8BD984}" type="presParOf" srcId="{29E6E68D-D036-4EBD-ACE1-C67267D57354}" destId="{75E501F9-C539-4FF3-938D-C75EEF34B182}" srcOrd="0" destOrd="0" presId="urn:microsoft.com/office/officeart/2005/8/layout/process1"/>
    <dgm:cxn modelId="{64A9C16F-78A9-4FAE-A285-9A580EA9CE30}" type="presParOf" srcId="{FDAE1CB8-B4EB-4085-9FA5-ED3F6CAD4001}" destId="{4B0C2221-1AC1-49F0-AA77-776B39F473E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9B570-40AD-4FF0-907E-C5C0E55FBB0A}">
      <dsp:nvSpPr>
        <dsp:cNvPr id="0" name=""/>
        <dsp:cNvSpPr/>
      </dsp:nvSpPr>
      <dsp:spPr>
        <a:xfrm>
          <a:off x="860836" y="-5058"/>
          <a:ext cx="3459923" cy="3459923"/>
        </a:xfrm>
        <a:prstGeom prst="circularArrow">
          <a:avLst>
            <a:gd name="adj1" fmla="val 5544"/>
            <a:gd name="adj2" fmla="val 330680"/>
            <a:gd name="adj3" fmla="val 14218467"/>
            <a:gd name="adj4" fmla="val 17122113"/>
            <a:gd name="adj5" fmla="val 5757"/>
          </a:avLst>
        </a:prstGeom>
        <a:solidFill>
          <a:srgbClr val="64C83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E39E0-21DD-4CCD-A2D2-A7E69E6CF767}">
      <dsp:nvSpPr>
        <dsp:cNvPr id="0" name=""/>
        <dsp:cNvSpPr/>
      </dsp:nvSpPr>
      <dsp:spPr>
        <a:xfrm>
          <a:off x="1940241" y="2326"/>
          <a:ext cx="1301114" cy="6656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PESQUISA MACRO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do Cenário Macroeconômico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1972737" y="34822"/>
        <a:ext cx="1236122" cy="600694"/>
      </dsp:txXfrm>
    </dsp:sp>
    <dsp:sp modelId="{6D379F12-A51A-4838-8031-55CDE6F3C123}">
      <dsp:nvSpPr>
        <dsp:cNvPr id="0" name=""/>
        <dsp:cNvSpPr/>
      </dsp:nvSpPr>
      <dsp:spPr>
        <a:xfrm>
          <a:off x="3343474" y="1021835"/>
          <a:ext cx="1301114" cy="6656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 DOS MERCADOS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e discussão das perspectivas e prêmios para os mercados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3375970" y="1054331"/>
        <a:ext cx="1236122" cy="600694"/>
      </dsp:txXfrm>
    </dsp:sp>
    <dsp:sp modelId="{17D0BE3E-73F8-4C5E-A6E6-EDD799A9EFE8}">
      <dsp:nvSpPr>
        <dsp:cNvPr id="0" name=""/>
        <dsp:cNvSpPr/>
      </dsp:nvSpPr>
      <dsp:spPr>
        <a:xfrm>
          <a:off x="2807487" y="2556485"/>
          <a:ext cx="1301114" cy="8955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Definição do posicionamento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Estratégias/Targets/</a:t>
          </a:r>
          <a:r>
            <a:rPr lang="pt-BR" sz="800" i="1" kern="120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2851206" y="2600204"/>
        <a:ext cx="1213676" cy="808149"/>
      </dsp:txXfrm>
    </dsp:sp>
    <dsp:sp modelId="{10CE3189-8C3D-4EAC-8AB1-1BE4E58E9A69}">
      <dsp:nvSpPr>
        <dsp:cNvPr id="0" name=""/>
        <dsp:cNvSpPr/>
      </dsp:nvSpPr>
      <dsp:spPr>
        <a:xfrm>
          <a:off x="1072995" y="2671435"/>
          <a:ext cx="1301114" cy="6656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EXECUÇÃO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Alocação de acordo com a estratégia e timing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1105491" y="2703931"/>
        <a:ext cx="1236122" cy="600694"/>
      </dsp:txXfrm>
    </dsp:sp>
    <dsp:sp modelId="{74AEBB5A-4263-42C5-AEE1-B5E00520BBA0}">
      <dsp:nvSpPr>
        <dsp:cNvPr id="0" name=""/>
        <dsp:cNvSpPr/>
      </dsp:nvSpPr>
      <dsp:spPr>
        <a:xfrm>
          <a:off x="537007" y="795613"/>
          <a:ext cx="1301114" cy="11181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MONITORAMENTO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Controle de exposição a riscos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Acompanhamento dos resultados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 </a:t>
          </a:r>
          <a:r>
            <a:rPr lang="pt-BR" sz="800" i="1" kern="1200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gain</a:t>
          </a: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/</a:t>
          </a:r>
          <a:r>
            <a:rPr lang="pt-BR" sz="800" i="1" kern="1200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loss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591590" y="850196"/>
        <a:ext cx="1191948" cy="10089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1A6F0-2846-494E-BEB5-E1C3E305AB68}">
      <dsp:nvSpPr>
        <dsp:cNvPr id="0" name=""/>
        <dsp:cNvSpPr/>
      </dsp:nvSpPr>
      <dsp:spPr>
        <a:xfrm>
          <a:off x="2050" y="207050"/>
          <a:ext cx="1060379" cy="53625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Reunião de </a:t>
          </a:r>
          <a:r>
            <a:rPr lang="pt-BR" sz="1400" b="0" i="1" kern="120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Views</a:t>
          </a:r>
          <a:endParaRPr lang="pt-BR" sz="1400" b="0" i="1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17756" y="222756"/>
        <a:ext cx="1028967" cy="504844"/>
      </dsp:txXfrm>
    </dsp:sp>
    <dsp:sp modelId="{29E6E68D-D036-4EBD-ACE1-C67267D57354}">
      <dsp:nvSpPr>
        <dsp:cNvPr id="0" name=""/>
        <dsp:cNvSpPr/>
      </dsp:nvSpPr>
      <dsp:spPr>
        <a:xfrm>
          <a:off x="1117782" y="406540"/>
          <a:ext cx="117349" cy="137276"/>
        </a:xfrm>
        <a:prstGeom prst="rightArrow">
          <a:avLst>
            <a:gd name="adj1" fmla="val 60000"/>
            <a:gd name="adj2" fmla="val 50000"/>
          </a:avLst>
        </a:prstGeom>
        <a:solidFill>
          <a:srgbClr val="A5A5A5">
            <a:alpha val="5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50" b="0" i="1" kern="1200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sp:txBody>
      <dsp:txXfrm>
        <a:off x="1117782" y="433995"/>
        <a:ext cx="82144" cy="82366"/>
      </dsp:txXfrm>
    </dsp:sp>
    <dsp:sp modelId="{4B0C2221-1AC1-49F0-AA77-776B39F473E1}">
      <dsp:nvSpPr>
        <dsp:cNvPr id="0" name=""/>
        <dsp:cNvSpPr/>
      </dsp:nvSpPr>
      <dsp:spPr>
        <a:xfrm>
          <a:off x="1283843" y="207050"/>
          <a:ext cx="995006" cy="53625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Comitê de Gestão</a:t>
          </a:r>
        </a:p>
      </dsp:txBody>
      <dsp:txXfrm>
        <a:off x="1299549" y="222756"/>
        <a:ext cx="963594" cy="504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00F81-8331-434F-8C10-B3EEA1F8ACBD}" type="datetimeFigureOut">
              <a:rPr lang="pt-BR" smtClean="0"/>
              <a:t>21/10/2025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7A971-E2C0-4C4D-A64C-3C323ED2C1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87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362C-C403-2F17-8714-58EA28A1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9A510-3161-F7B5-0E75-406AC52F1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24464-1DD7-12C8-84C9-EEFFFFE2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2EC47-E008-CF22-E3D2-FEEC9D65D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62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5371-DF8A-4CE1-68CE-88E32028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4B3BD-1795-5E44-98A2-3F8170AAB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04A9F-7A9B-4CDE-A5AB-ECF7582E0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70D1-0E1A-366E-B762-F29B40E84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5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DB20-3E39-0A14-4BF9-AD8DACAF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61BB2-4C79-138A-64B4-E18D28A6C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234AD-EB70-DE9E-859E-9EA28A4A1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120D1-B196-F0E3-7FCA-05E0F34CF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965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F08D-A1EA-EE12-65B6-6F07C86E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5F65B0-08E9-6A8A-77E4-6C44A5C0C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31E629-CFA4-6934-E086-3EEDF2116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Break / </a:t>
            </a:r>
            <a:r>
              <a:rPr lang="pt-BR" dirty="0" err="1"/>
              <a:t>Subtitle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F99AE9-167B-44C6-BB6C-A09D46168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7A971-E2C0-4C4D-A64C-3C323ED2C10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425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A6B49-8A1C-183D-B4F6-058EF59A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11101-A6D0-78DE-71BC-18B3D2C9B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AC768-834B-4F9C-9B10-6A8B0553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BE1F-A0B8-6C09-7AC9-696B85C60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839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DDC0-0D77-BA2F-A47D-554E72CB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A200C-0837-EFB8-D665-2C9C8525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83E2D-4168-C07D-7C34-429BE8D13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+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B1600-3745-F3BA-A60E-997C9FD44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4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03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438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organizational</a:t>
            </a:r>
            <a:r>
              <a:rPr lang="pt-BR" dirty="0"/>
              <a:t> </a:t>
            </a:r>
            <a:r>
              <a:rPr lang="pt-BR" dirty="0" err="1"/>
              <a:t>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10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EF37-F7D2-7419-F06E-45B16822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3607C-2099-F683-A5C5-7BE175F76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6C6A0-89E8-031C-2E98-0395CEEBB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Our</a:t>
            </a:r>
            <a:r>
              <a:rPr lang="pt-BR" dirty="0"/>
              <a:t> </a:t>
            </a:r>
            <a:r>
              <a:rPr lang="pt-BR" dirty="0" err="1"/>
              <a:t>beliefs</a:t>
            </a:r>
            <a:r>
              <a:rPr lang="pt-BR" dirty="0"/>
              <a:t> </a:t>
            </a:r>
            <a:r>
              <a:rPr lang="pt-BR" dirty="0" err="1"/>
              <a:t>when</a:t>
            </a:r>
            <a:r>
              <a:rPr lang="pt-BR" dirty="0"/>
              <a:t> </a:t>
            </a:r>
            <a:r>
              <a:rPr lang="pt-BR" dirty="0" err="1"/>
              <a:t>investing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99A2F-7240-405C-6F83-613ADD608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699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Allocation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92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committees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839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Big </a:t>
            </a:r>
            <a:r>
              <a:rPr lang="pt-BR" dirty="0" err="1"/>
              <a:t>Numbers</a:t>
            </a:r>
            <a:r>
              <a:rPr lang="pt-BR" dirty="0"/>
              <a:t> II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EE98B-9D6E-440B-BDDF-DECD28F02E5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765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Big </a:t>
            </a:r>
            <a:r>
              <a:rPr lang="pt-BR" dirty="0" err="1"/>
              <a:t>Numbers</a:t>
            </a:r>
            <a:r>
              <a:rPr lang="pt-BR" dirty="0"/>
              <a:t> 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7EE98B-9D6E-440B-BDDF-DECD28F02E5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293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022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Boring Text +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29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70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05CC-36CA-5A24-3201-303199F7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BA473-330D-7529-5D7D-C6A5947D8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B1241-ACD1-EEB4-F788-8D66641F6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025DC-E6C9-450A-322B-11BBF3E7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9209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5B35-FDE3-8D94-652A-E09F0BD3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F7ED4-41AE-AAB3-58AF-456F9D51F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AD12E-F1A2-CF42-19C1-048B2C1BD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44B48-29B0-EB5A-5BAE-FE8156554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6213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29D2-95D6-6285-F779-06C54863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26036-F8F2-59C9-CAD0-F9D4CEF84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4EFD3-2C65-0DDE-0F0A-71A106F89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78035-FAD0-C227-F48A-6EAE02902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75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AC368-96E6-0E90-82CA-7F6CD75E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92F7A-3C5A-F45A-8790-E50D3972E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04CE4-1967-EE65-FBE8-97D8D9884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971EB-B383-8A99-264C-2A0CD657E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87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C020B-E85D-58CB-27CA-BB5E2689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61DAA-3B2C-AB69-9570-2AF7F43B5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32C0A-BCCB-315F-6738-F1E7C4D62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070F-14C1-AB42-B93E-52A620490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215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A7C4-55F1-6257-70D7-C4CE9C4D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EA37C-F129-1AF9-6606-F876F6A54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CDEB5-6AD0-4342-9C04-0144169F5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4366B-B4C0-51B2-3BAA-C28F7BBEA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7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50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0CF4E-458D-4E1F-9A82-2575935E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802438-F4D6-41FA-9000-9E9C77B30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38A2BA-C2AA-46AA-8431-FE0BE1B5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AF8C-A528-434F-B7FF-B9B67D73AF22}" type="datetimeFigureOut">
              <a:rPr lang="pt-BR" smtClean="0"/>
              <a:t>21/10/2025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D80273-7983-4DDF-9B81-FC9C5AC6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7FAE9E-E902-491A-8808-3FC65470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9F6C-C8EA-4A69-97CB-09CCE80EE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25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2FD6DB-92A7-48AF-961E-3F02ACC8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AF8C-A528-434F-B7FF-B9B67D73AF22}" type="datetimeFigureOut">
              <a:rPr lang="pt-BR" smtClean="0"/>
              <a:t>21/10/2025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CFD4F58-AF8A-474E-9096-5A87A4BA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B5CEEC-0F2C-4D12-BB6B-0CDC79CD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9F6C-C8EA-4A69-97CB-09CCE80EE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356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CEB9BDE-E965-4831-5F5B-9E56020043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5848266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" imgW="307" imgH="307" progId="TCLayout.ActiveDocument.1">
                  <p:embed/>
                </p:oleObj>
              </mc:Choice>
              <mc:Fallback>
                <p:oleObj name="Slide do think-cell" r:id="rId6" imgW="307" imgH="307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EB9BDE-E965-4831-5F5B-9E5602004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1358424980,&quot;Placement&quot;:&quot;Footer&quot;,&quot;Top&quot;:384.343,&quot;Left&quot;:264.723541,&quot;SlideWidth&quot;:720,&quot;SlideHeight&quot;:405}">
            <a:extLst>
              <a:ext uri="{FF2B5EF4-FFF2-40B4-BE49-F238E27FC236}">
                <a16:creationId xmlns:a16="http://schemas.microsoft.com/office/drawing/2014/main" id="{5AC07B82-74E4-42BF-BAD1-73D4E4FA9950}"/>
              </a:ext>
            </a:extLst>
          </p:cNvPr>
          <p:cNvSpPr txBox="1"/>
          <p:nvPr userDrawn="1"/>
        </p:nvSpPr>
        <p:spPr>
          <a:xfrm>
            <a:off x="3361989" y="4881156"/>
            <a:ext cx="242002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Classificação da informação: Uso Interno</a:t>
            </a:r>
          </a:p>
        </p:txBody>
      </p:sp>
    </p:spTree>
    <p:extLst>
      <p:ext uri="{BB962C8B-B14F-4D97-AF65-F5344CB8AC3E}">
        <p14:creationId xmlns:p14="http://schemas.microsoft.com/office/powerpoint/2010/main" val="62702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22.png"/><Relationship Id="rId1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1.png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svg"/><Relationship Id="rId14" Type="http://schemas.microsoft.com/office/2007/relationships/diagramDrawing" Target="../diagrams/drawing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8.sv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6.pn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3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5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6">
            <a:extLst>
              <a:ext uri="{FF2B5EF4-FFF2-40B4-BE49-F238E27FC236}">
                <a16:creationId xmlns:a16="http://schemas.microsoft.com/office/drawing/2014/main" id="{9F813101-34A0-8F20-106E-0BCD62C3DC5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F5537-A627-4C63-83C3-05FA12525456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BDF70F2A-68E0-05F8-3BE4-FB08CAA1995C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2549E19F-F1FE-DFD9-E442-7C9E316AFA7E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DB1A7B-05A3-C2DA-C0C4-22D672EC538D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2B90E196-DB33-7161-9F1E-B0B2292800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AB197BC-F4D2-CD00-8CEC-A80914E65CD4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71CFDE44-1F16-93C2-6E05-D0427F733C0A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35EE4BB-CF48-A469-2D50-F51DFE6038C7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3FA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E87C9EE-7316-C472-23ED-2211E2C66E39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3FA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E6BEE3E-5C62-2DE0-6763-C17BE93D6738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3FA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22B8-66F8-1F65-8658-1F034B69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 descr="Torre de um prédio&#10;&#10;O conteúdo gerado por IA pode estar incorreto.">
            <a:extLst>
              <a:ext uri="{FF2B5EF4-FFF2-40B4-BE49-F238E27FC236}">
                <a16:creationId xmlns:a16="http://schemas.microsoft.com/office/drawing/2014/main" id="{4194CF0E-FF9B-C8E8-FEA5-12518884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544246"/>
            <a:ext cx="9144000" cy="8068235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FCF5BAE0-5444-5A85-D85F-72622F410C0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EE6DA551-4581-AA04-46A1-A8600BAA3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>
            <a:extLst>
              <a:ext uri="{FF2B5EF4-FFF2-40B4-BE49-F238E27FC236}">
                <a16:creationId xmlns:a16="http://schemas.microsoft.com/office/drawing/2014/main" id="{BCB80CC2-D5D8-88A6-37EF-190686031041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DED90-9973-2F71-3CEB-FCAE10E42829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9A65FA81-6FBA-CB60-BF41-F20D2760127F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A1D3E024-C5A5-3BCF-4628-DED54C7F74FE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3BF8324-5633-2031-9B1B-D9616C6FF1C8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698A78BE-FEA7-5E57-F4F8-C2317DC63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7D50DB8-CC04-0919-9E51-DB4D2F9D11C5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75925665-3708-B455-AB33-F53409235CB5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E3DCC88-5CA7-E2B1-B617-B304C98FF6E1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BF6E866-3805-7B20-6A38-66B34BA95256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B7C5A82-1F75-4B51-0680-E1C6003251DD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2CE8-51F4-BDE8-0E5C-C7D06DC6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7E577090-9575-C866-4A09-CBDF11D9FA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81" b="4990"/>
          <a:stretch/>
        </p:blipFill>
        <p:spPr>
          <a:xfrm>
            <a:off x="-120" y="-3441"/>
            <a:ext cx="3952688" cy="526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1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FA1AA-A2C8-31B8-9234-06FC3E1B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091EDD73-7316-4A65-71B8-D30D85FC578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EE411ADD-2C37-F631-315F-F8EB57205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>
            <a:extLst>
              <a:ext uri="{FF2B5EF4-FFF2-40B4-BE49-F238E27FC236}">
                <a16:creationId xmlns:a16="http://schemas.microsoft.com/office/drawing/2014/main" id="{9097BF83-96C0-2212-2415-2892DD6C3B28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13013B-D013-3D1F-8953-A1F1B4ECE7B0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D776F84E-0E26-7793-B500-2984518F2C45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B62D42D6-C524-513C-4B39-20F78C5380AA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A055C40-A9B5-5B0B-5843-54C471BDB282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FBBDF639-509D-9A56-5D92-078FF6D77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62AF693-36A6-16C9-1EC0-ACDEF1E8BB49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B786CC84-B2B9-3EDB-7B52-AB4A7B5282A9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474C6E4-E2EF-00D5-70A3-F3907C0440FC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493CED4-9127-BCEA-40A0-3CC64740FA8E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0466EA-B096-17BB-CA7D-52425F64DD36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03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C6322-A7DF-1ABD-917F-286E1D68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F145D26-D34B-FED8-D4AF-2892DB5F1DEF}"/>
              </a:ext>
            </a:extLst>
          </p:cNvPr>
          <p:cNvSpPr/>
          <p:nvPr/>
        </p:nvSpPr>
        <p:spPr>
          <a:xfrm>
            <a:off x="0" y="0"/>
            <a:ext cx="8155908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5BD25A40-D571-AF56-C433-150F85404EB0}"/>
              </a:ext>
            </a:extLst>
          </p:cNvPr>
          <p:cNvSpPr/>
          <p:nvPr/>
        </p:nvSpPr>
        <p:spPr>
          <a:xfrm>
            <a:off x="5913310" y="0"/>
            <a:ext cx="5521520" cy="5143500"/>
          </a:xfrm>
          <a:prstGeom prst="parallelogram">
            <a:avLst>
              <a:gd name="adj" fmla="val 32814"/>
            </a:avLst>
          </a:prstGeom>
          <a:solidFill>
            <a:srgbClr val="64C832"/>
          </a:solidFill>
          <a:ln>
            <a:solidFill>
              <a:srgbClr val="64C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AFED90-A15D-A53E-721A-2CD43F6BE719}"/>
              </a:ext>
            </a:extLst>
          </p:cNvPr>
          <p:cNvSpPr txBox="1"/>
          <p:nvPr/>
        </p:nvSpPr>
        <p:spPr>
          <a:xfrm>
            <a:off x="988092" y="1331642"/>
            <a:ext cx="501356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750" dirty="0">
                <a:solidFill>
                  <a:schemeClr val="bg1"/>
                </a:solidFill>
                <a:latin typeface="Exo 2.0" pitchFamily="2" charset="77"/>
              </a:rPr>
              <a:t>Diversificação</a:t>
            </a:r>
          </a:p>
        </p:txBody>
      </p:sp>
      <p:pic>
        <p:nvPicPr>
          <p:cNvPr id="12" name="Object 4" descr="preencoded.png">
            <a:extLst>
              <a:ext uri="{FF2B5EF4-FFF2-40B4-BE49-F238E27FC236}">
                <a16:creationId xmlns:a16="http://schemas.microsoft.com/office/drawing/2014/main" id="{EE30C48B-C9E2-D347-6F76-A0F032318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075" y="266319"/>
            <a:ext cx="381000" cy="381000"/>
          </a:xfrm>
          <a:prstGeom prst="rect">
            <a:avLst/>
          </a:prstGeom>
        </p:spPr>
      </p:pic>
      <p:pic>
        <p:nvPicPr>
          <p:cNvPr id="13" name="Object 1" descr="preencoded.png">
            <a:extLst>
              <a:ext uri="{FF2B5EF4-FFF2-40B4-BE49-F238E27FC236}">
                <a16:creationId xmlns:a16="http://schemas.microsoft.com/office/drawing/2014/main" id="{A0382EA1-3E34-4BFB-54B9-8D475B2D0D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4772025"/>
            <a:ext cx="9144000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7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1A5A-4EAC-2314-0CA9-09DBB4B0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96C295B-4B4F-86C2-3040-3D74C4836EFF}"/>
              </a:ext>
            </a:extLst>
          </p:cNvPr>
          <p:cNvSpPr/>
          <p:nvPr/>
        </p:nvSpPr>
        <p:spPr>
          <a:xfrm>
            <a:off x="1304468" y="3504612"/>
            <a:ext cx="6694895" cy="763176"/>
          </a:xfrm>
          <a:prstGeom prst="rect">
            <a:avLst/>
          </a:prstGeom>
          <a:solidFill>
            <a:srgbClr val="64C8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95DB33F-83CD-B5DB-AE45-512F3D080B54}"/>
              </a:ext>
            </a:extLst>
          </p:cNvPr>
          <p:cNvSpPr/>
          <p:nvPr/>
        </p:nvSpPr>
        <p:spPr>
          <a:xfrm>
            <a:off x="2020811" y="968882"/>
            <a:ext cx="79396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6B4E837-0B43-6DF3-7AB6-247C69431E34}"/>
              </a:ext>
            </a:extLst>
          </p:cNvPr>
          <p:cNvSpPr/>
          <p:nvPr/>
        </p:nvSpPr>
        <p:spPr>
          <a:xfrm>
            <a:off x="6196681" y="972723"/>
            <a:ext cx="793967" cy="1579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02C2F1F-FD9D-BF5B-AB13-E24073BE2618}"/>
              </a:ext>
            </a:extLst>
          </p:cNvPr>
          <p:cNvSpPr txBox="1">
            <a:spLocks/>
          </p:cNvSpPr>
          <p:nvPr/>
        </p:nvSpPr>
        <p:spPr>
          <a:xfrm>
            <a:off x="307317" y="343181"/>
            <a:ext cx="8240684" cy="229020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pt-BR"/>
            </a:defPPr>
            <a:lvl1pPr marR="0" lvl="0" indent="0" defTabSz="914377" fontAlgn="auto">
              <a:lnSpc>
                <a:spcPts val="2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1" i="1" u="none" strike="noStrike" cap="none" spc="0" normalizeH="0" baseline="0">
                <a:ln>
                  <a:noFill/>
                </a:ln>
                <a:solidFill>
                  <a:srgbClr val="0A4B1E"/>
                </a:solidFill>
                <a:effectLst/>
                <a:uLnTx/>
                <a:uFillTx/>
                <a:latin typeface="Exo 2.0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pt-BR" sz="2400" dirty="0"/>
              <a:t>Modelo Black-</a:t>
            </a:r>
            <a:r>
              <a:rPr lang="pt-BR" sz="2400" dirty="0" err="1"/>
              <a:t>Litterman</a:t>
            </a:r>
            <a:endParaRPr lang="pt-BR" sz="2400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27085D9-D824-4620-0085-2BD1C478CAA8}"/>
              </a:ext>
            </a:extLst>
          </p:cNvPr>
          <p:cNvGrpSpPr/>
          <p:nvPr/>
        </p:nvGrpSpPr>
        <p:grpSpPr>
          <a:xfrm>
            <a:off x="-254744" y="807597"/>
            <a:ext cx="916995" cy="222554"/>
            <a:chOff x="7541592" y="4679719"/>
            <a:chExt cx="560837" cy="136115"/>
          </a:xfrm>
          <a:solidFill>
            <a:srgbClr val="3FA110"/>
          </a:solidFill>
        </p:grpSpPr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FE5E57AC-08EB-DDED-9938-CC86408F8179}"/>
                </a:ext>
              </a:extLst>
            </p:cNvPr>
            <p:cNvSpPr/>
            <p:nvPr/>
          </p:nvSpPr>
          <p:spPr>
            <a:xfrm>
              <a:off x="7541592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D4867DF6-E276-EC31-AF89-AF6BF4CF346B}"/>
                </a:ext>
              </a:extLst>
            </p:cNvPr>
            <p:cNvSpPr/>
            <p:nvPr/>
          </p:nvSpPr>
          <p:spPr>
            <a:xfrm>
              <a:off x="7629127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A7933BD1-93FB-EFD3-E4FA-7468F0DAC9A4}"/>
                </a:ext>
              </a:extLst>
            </p:cNvPr>
            <p:cNvSpPr/>
            <p:nvPr/>
          </p:nvSpPr>
          <p:spPr>
            <a:xfrm>
              <a:off x="7712471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D82128F2-163B-253B-3604-F9D2E10BC9EF}"/>
                </a:ext>
              </a:extLst>
            </p:cNvPr>
            <p:cNvSpPr/>
            <p:nvPr/>
          </p:nvSpPr>
          <p:spPr>
            <a:xfrm>
              <a:off x="7800006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CF373A8B-B72C-2AD1-1F15-9C27279A08E6}"/>
                </a:ext>
              </a:extLst>
            </p:cNvPr>
            <p:cNvSpPr/>
            <p:nvPr/>
          </p:nvSpPr>
          <p:spPr>
            <a:xfrm>
              <a:off x="7885350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059E760B-3F0F-FC17-4D18-7118E40A18B0}"/>
                </a:ext>
              </a:extLst>
            </p:cNvPr>
            <p:cNvSpPr/>
            <p:nvPr/>
          </p:nvSpPr>
          <p:spPr>
            <a:xfrm>
              <a:off x="7972884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0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</p:grpSp>
      <p:sp>
        <p:nvSpPr>
          <p:cNvPr id="21" name="Rectangle 34">
            <a:extLst>
              <a:ext uri="{FF2B5EF4-FFF2-40B4-BE49-F238E27FC236}">
                <a16:creationId xmlns:a16="http://schemas.microsoft.com/office/drawing/2014/main" id="{5C370C49-BC15-76EF-AFE1-5D0206392B93}"/>
              </a:ext>
            </a:extLst>
          </p:cNvPr>
          <p:cNvSpPr/>
          <p:nvPr/>
        </p:nvSpPr>
        <p:spPr>
          <a:xfrm>
            <a:off x="1298176" y="1218033"/>
            <a:ext cx="6695931" cy="3088926"/>
          </a:xfrm>
          <a:prstGeom prst="rect">
            <a:avLst/>
          </a:prstGeom>
        </p:spPr>
        <p:txBody>
          <a:bodyPr wrap="square" lIns="72013" tIns="36006" rIns="72013" bIns="36006" anchor="t">
            <a:spAutoFit/>
          </a:bodyPr>
          <a:lstStyle/>
          <a:p>
            <a:pPr defTabSz="426715"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Capitulo IV dispõe sobre os requisitos prudências aplicáveis à captação de recursos de munícipios, seus órgãos ou empresas controladas. Entre outros:</a:t>
            </a:r>
          </a:p>
          <a:p>
            <a:pPr defTabSz="426715"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Valor que exceder o limite de cobertura de fundo garantidor deve estar aplicado em títulos públicos federais.</a:t>
            </a: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Os títulos públicos devem estar custodiados em conta de custódia normal da cooperativa no Selic.</a:t>
            </a: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Não podem ser objetos de aval, garantias ou gravames.</a:t>
            </a: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É facultada </a:t>
            </a:r>
            <a:r>
              <a:rPr lang="pt-BR" sz="14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aplicação centralizada dos recursos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 Desde que a cooperativa central de crédito responsável possua </a:t>
            </a:r>
            <a:r>
              <a:rPr lang="pt-BR" sz="14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política especifica 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para prestação desse serviço.</a:t>
            </a:r>
          </a:p>
        </p:txBody>
      </p:sp>
      <p:sp>
        <p:nvSpPr>
          <p:cNvPr id="76" name="Rectangle 13">
            <a:extLst>
              <a:ext uri="{FF2B5EF4-FFF2-40B4-BE49-F238E27FC236}">
                <a16:creationId xmlns:a16="http://schemas.microsoft.com/office/drawing/2014/main" id="{75351DC4-87A9-7A82-60DE-C32B2DC2721D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6F63A7AC-92AA-CA2C-BDFB-E3D104E27046}"/>
              </a:ext>
            </a:extLst>
          </p:cNvPr>
          <p:cNvCxnSpPr>
            <a:cxnSpLocks/>
          </p:cNvCxnSpPr>
          <p:nvPr/>
        </p:nvCxnSpPr>
        <p:spPr>
          <a:xfrm flipH="1" flipV="1">
            <a:off x="1285225" y="1257300"/>
            <a:ext cx="19243" cy="3010488"/>
          </a:xfrm>
          <a:prstGeom prst="line">
            <a:avLst/>
          </a:prstGeom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3">
            <a:extLst>
              <a:ext uri="{FF2B5EF4-FFF2-40B4-BE49-F238E27FC236}">
                <a16:creationId xmlns:a16="http://schemas.microsoft.com/office/drawing/2014/main" id="{50E92B79-1753-9463-E65E-F2B04E95E888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75BB964F-24AB-8B38-53D4-5D12B319C6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2867E82-F9FB-B1D7-803B-577916C1BD4F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FD33DF5B-F908-5B71-145D-B6BE017B263B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294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AB7D-C99C-041D-ECB0-22764C64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BFCFC01-D983-D473-F699-AD572EC23175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EB46B04-9C33-F6B4-A076-457FF80292D1}"/>
              </a:ext>
            </a:extLst>
          </p:cNvPr>
          <p:cNvSpPr/>
          <p:nvPr/>
        </p:nvSpPr>
        <p:spPr>
          <a:xfrm>
            <a:off x="4844113" y="-1"/>
            <a:ext cx="4299887" cy="5143501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8" name="Retângulo 127">
            <a:extLst>
              <a:ext uri="{FF2B5EF4-FFF2-40B4-BE49-F238E27FC236}">
                <a16:creationId xmlns:a16="http://schemas.microsoft.com/office/drawing/2014/main" id="{696C1CDB-9A56-42CA-70E0-4B1675C47915}"/>
              </a:ext>
            </a:extLst>
          </p:cNvPr>
          <p:cNvSpPr/>
          <p:nvPr/>
        </p:nvSpPr>
        <p:spPr>
          <a:xfrm>
            <a:off x="4989765" y="3970472"/>
            <a:ext cx="3874469" cy="850994"/>
          </a:xfrm>
          <a:prstGeom prst="rect">
            <a:avLst/>
          </a:prstGeom>
          <a:solidFill>
            <a:srgbClr val="64C8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60B765-8920-EDAD-6073-E1E8636741EC}"/>
              </a:ext>
            </a:extLst>
          </p:cNvPr>
          <p:cNvSpPr/>
          <p:nvPr/>
        </p:nvSpPr>
        <p:spPr>
          <a:xfrm>
            <a:off x="3286090" y="1559730"/>
            <a:ext cx="1176481" cy="2068640"/>
          </a:xfrm>
          <a:prstGeom prst="rect">
            <a:avLst/>
          </a:prstGeom>
          <a:solidFill>
            <a:srgbClr val="64C832">
              <a:alpha val="24000"/>
            </a:srgbClr>
          </a:solidFill>
          <a:ln>
            <a:solidFill>
              <a:srgbClr val="64C83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68BFF1-8073-40FA-16DF-C549F62FBA7F}"/>
              </a:ext>
            </a:extLst>
          </p:cNvPr>
          <p:cNvSpPr/>
          <p:nvPr/>
        </p:nvSpPr>
        <p:spPr>
          <a:xfrm>
            <a:off x="2020811" y="968882"/>
            <a:ext cx="79396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8614882-3F6B-F936-9829-477E678852BC}"/>
              </a:ext>
            </a:extLst>
          </p:cNvPr>
          <p:cNvGrpSpPr/>
          <p:nvPr/>
        </p:nvGrpSpPr>
        <p:grpSpPr>
          <a:xfrm>
            <a:off x="-231563" y="1011717"/>
            <a:ext cx="916995" cy="222554"/>
            <a:chOff x="7541592" y="4679719"/>
            <a:chExt cx="560837" cy="136115"/>
          </a:xfrm>
          <a:solidFill>
            <a:srgbClr val="3FA110"/>
          </a:solidFill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A3AC841E-0963-D238-9DC1-080076198E57}"/>
                </a:ext>
              </a:extLst>
            </p:cNvPr>
            <p:cNvSpPr/>
            <p:nvPr/>
          </p:nvSpPr>
          <p:spPr>
            <a:xfrm>
              <a:off x="7541592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D61943D2-EB41-DFDF-1B24-399F3FF62E4F}"/>
                </a:ext>
              </a:extLst>
            </p:cNvPr>
            <p:cNvSpPr/>
            <p:nvPr/>
          </p:nvSpPr>
          <p:spPr>
            <a:xfrm>
              <a:off x="7629127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B7814D10-FFB4-D7F9-9D80-A1CE484328C2}"/>
                </a:ext>
              </a:extLst>
            </p:cNvPr>
            <p:cNvSpPr/>
            <p:nvPr/>
          </p:nvSpPr>
          <p:spPr>
            <a:xfrm>
              <a:off x="7712471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B6FD3F87-6953-9334-0192-CCE3C3DBCFDC}"/>
                </a:ext>
              </a:extLst>
            </p:cNvPr>
            <p:cNvSpPr/>
            <p:nvPr/>
          </p:nvSpPr>
          <p:spPr>
            <a:xfrm>
              <a:off x="7800006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05050E40-816E-6849-242B-E8F149EE3DA3}"/>
                </a:ext>
              </a:extLst>
            </p:cNvPr>
            <p:cNvSpPr/>
            <p:nvPr/>
          </p:nvSpPr>
          <p:spPr>
            <a:xfrm>
              <a:off x="7885350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FD7A002B-71F1-59BE-53A6-1185E78B63DC}"/>
                </a:ext>
              </a:extLst>
            </p:cNvPr>
            <p:cNvSpPr/>
            <p:nvPr/>
          </p:nvSpPr>
          <p:spPr>
            <a:xfrm>
              <a:off x="7972884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0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B2B696C6-32F5-D08D-4428-09495A0393BA}"/>
              </a:ext>
            </a:extLst>
          </p:cNvPr>
          <p:cNvSpPr/>
          <p:nvPr/>
        </p:nvSpPr>
        <p:spPr>
          <a:xfrm>
            <a:off x="371043" y="668623"/>
            <a:ext cx="5034819" cy="32367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1" u="none" strike="noStrike" kern="1200" cap="none" normalizeH="0" noProof="0" dirty="0">
                <a:ln>
                  <a:noFill/>
                </a:ln>
                <a:solidFill>
                  <a:srgbClr val="3FA110"/>
                </a:solidFill>
                <a:effectLst/>
                <a:uLnTx/>
                <a:uFillTx/>
                <a:latin typeface="Exo 2.0" panose="00000500000000000000" pitchFamily="50" charset="0"/>
                <a:ea typeface="Verdana" panose="020B0604030504040204" pitchFamily="34" charset="0"/>
                <a:cs typeface="Calibri" panose="020F0502020204030204" pitchFamily="34" charset="0"/>
              </a:rPr>
              <a:t>Estrutura atual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5E8AE52-F672-378A-ED6D-F7C4B6C3D846}"/>
              </a:ext>
            </a:extLst>
          </p:cNvPr>
          <p:cNvSpPr/>
          <p:nvPr/>
        </p:nvSpPr>
        <p:spPr>
          <a:xfrm>
            <a:off x="503265" y="3342839"/>
            <a:ext cx="2193550" cy="970796"/>
          </a:xfrm>
          <a:prstGeom prst="rect">
            <a:avLst/>
          </a:prstGeom>
          <a:solidFill>
            <a:schemeClr val="accent4">
              <a:alpha val="24000"/>
            </a:schemeClr>
          </a:solidFill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0E36E72-5285-9CD4-344E-8584FB967AB4}"/>
              </a:ext>
            </a:extLst>
          </p:cNvPr>
          <p:cNvGrpSpPr/>
          <p:nvPr/>
        </p:nvGrpSpPr>
        <p:grpSpPr>
          <a:xfrm>
            <a:off x="1138686" y="1676009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C1425F2D-C2BC-95FB-D46B-85C92D7937D0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id="{B9F732C7-988A-8BD4-FED5-1677DD77F6D4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49DA1A29-0BD5-D79C-A01B-D83E104254A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DE6CF56C-CE4E-702D-E6C9-C9410286E9D9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Singulares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E1257B7-0B4D-BE93-6886-1638E5D98DDD}"/>
              </a:ext>
            </a:extLst>
          </p:cNvPr>
          <p:cNvGrpSpPr/>
          <p:nvPr/>
        </p:nvGrpSpPr>
        <p:grpSpPr>
          <a:xfrm>
            <a:off x="1138686" y="2429747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F287B3DB-A643-3422-94C6-ED80A4D91643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841AD433-5B33-A265-67CA-EF94B6EFAC1B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34" name="Retângulo 33">
                <a:extLst>
                  <a:ext uri="{FF2B5EF4-FFF2-40B4-BE49-F238E27FC236}">
                    <a16:creationId xmlns:a16="http://schemas.microsoft.com/office/drawing/2014/main" id="{C776FE02-AB34-CA2D-0D29-327DB2DFBF41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712FDC7B-2CA9-59AB-0A94-6E431A07A7B5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Centrais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69EE506C-3A69-38F5-2C9D-AB7702FE31FD}"/>
              </a:ext>
            </a:extLst>
          </p:cNvPr>
          <p:cNvGrpSpPr/>
          <p:nvPr/>
        </p:nvGrpSpPr>
        <p:grpSpPr>
          <a:xfrm>
            <a:off x="1660860" y="3431778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57E39642-4889-2C5E-E6BD-F4EE984056D6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38" name="Retângulo: Cantos Arredondados 37">
                <a:extLst>
                  <a:ext uri="{FF2B5EF4-FFF2-40B4-BE49-F238E27FC236}">
                    <a16:creationId xmlns:a16="http://schemas.microsoft.com/office/drawing/2014/main" id="{CBFECAD3-8359-F529-3449-04F45E060FC9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74046B07-D4ED-8584-7081-E329E661D070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679A054D-23E9-470A-08F0-D19500BEB9CE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CFIN Liquidez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F37BEB40-62AD-CF5C-FC4A-EF4DB92C112D}"/>
              </a:ext>
            </a:extLst>
          </p:cNvPr>
          <p:cNvGrpSpPr/>
          <p:nvPr/>
        </p:nvGrpSpPr>
        <p:grpSpPr>
          <a:xfrm>
            <a:off x="1672220" y="3879324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66B64A65-B187-00CC-F2D0-15C9C693F424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43" name="Retângulo: Cantos Arredondados 42">
                <a:extLst>
                  <a:ext uri="{FF2B5EF4-FFF2-40B4-BE49-F238E27FC236}">
                    <a16:creationId xmlns:a16="http://schemas.microsoft.com/office/drawing/2014/main" id="{C7364727-8745-F88E-B207-76AD35DE21F5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44" name="Retângulo 43">
                <a:extLst>
                  <a:ext uri="{FF2B5EF4-FFF2-40B4-BE49-F238E27FC236}">
                    <a16:creationId xmlns:a16="http://schemas.microsoft.com/office/drawing/2014/main" id="{EBA0044A-5B66-967E-08FF-31758472E054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AC392876-4A93-6306-D08D-E7B244F2A9E6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DVR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DF002372-1A21-2807-5916-A36BF8670016}"/>
              </a:ext>
            </a:extLst>
          </p:cNvPr>
          <p:cNvGrpSpPr/>
          <p:nvPr/>
        </p:nvGrpSpPr>
        <p:grpSpPr>
          <a:xfrm>
            <a:off x="3383651" y="1682223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9138E0CA-D7B4-3D58-7BE3-D752E43F56FA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53" name="Retângulo: Cantos Arredondados 52">
                <a:extLst>
                  <a:ext uri="{FF2B5EF4-FFF2-40B4-BE49-F238E27FC236}">
                    <a16:creationId xmlns:a16="http://schemas.microsoft.com/office/drawing/2014/main" id="{E6045A2C-86F8-A63E-7D3B-1B69D771221F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54" name="Retângulo 53">
                <a:extLst>
                  <a:ext uri="{FF2B5EF4-FFF2-40B4-BE49-F238E27FC236}">
                    <a16:creationId xmlns:a16="http://schemas.microsoft.com/office/drawing/2014/main" id="{4381669E-DACF-5679-A087-7052DCD243D6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52" name="TextBox 16">
              <a:extLst>
                <a:ext uri="{FF2B5EF4-FFF2-40B4-BE49-F238E27FC236}">
                  <a16:creationId xmlns:a16="http://schemas.microsoft.com/office/drawing/2014/main" id="{70AA0059-DF41-4565-68B6-8C78D03246DD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Liquidez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3018E4F5-84E9-D58B-75F5-2C1308C23005}"/>
              </a:ext>
            </a:extLst>
          </p:cNvPr>
          <p:cNvGrpSpPr/>
          <p:nvPr/>
        </p:nvGrpSpPr>
        <p:grpSpPr>
          <a:xfrm>
            <a:off x="3383650" y="2071774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CB55431D-92E7-57CF-4357-9CD124938B0F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58" name="Retângulo: Cantos Arredondados 57">
                <a:extLst>
                  <a:ext uri="{FF2B5EF4-FFF2-40B4-BE49-F238E27FC236}">
                    <a16:creationId xmlns:a16="http://schemas.microsoft.com/office/drawing/2014/main" id="{1CBD71E7-98B1-FF92-0CCE-C19AA1D3FF36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59" name="Retângulo 58">
                <a:extLst>
                  <a:ext uri="{FF2B5EF4-FFF2-40B4-BE49-F238E27FC236}">
                    <a16:creationId xmlns:a16="http://schemas.microsoft.com/office/drawing/2014/main" id="{8B890485-95D9-2752-21DF-96510661B99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57" name="TextBox 16">
              <a:extLst>
                <a:ext uri="{FF2B5EF4-FFF2-40B4-BE49-F238E27FC236}">
                  <a16:creationId xmlns:a16="http://schemas.microsoft.com/office/drawing/2014/main" id="{11D68648-A989-6D0C-388B-D50EBD22E582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Crédito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F1BB528A-6BE1-BA7C-51E2-992C1BF35068}"/>
              </a:ext>
            </a:extLst>
          </p:cNvPr>
          <p:cNvGrpSpPr/>
          <p:nvPr/>
        </p:nvGrpSpPr>
        <p:grpSpPr>
          <a:xfrm>
            <a:off x="3391749" y="2460945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A5A4FBEF-741F-D32E-F049-DB0A15F0C6F0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63" name="Retângulo: Cantos Arredondados 62">
                <a:extLst>
                  <a:ext uri="{FF2B5EF4-FFF2-40B4-BE49-F238E27FC236}">
                    <a16:creationId xmlns:a16="http://schemas.microsoft.com/office/drawing/2014/main" id="{DC51FE35-853A-B1E1-A583-7DD876840C22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:a16="http://schemas.microsoft.com/office/drawing/2014/main" id="{F4777F9A-CBF6-4DBF-4247-45A0267A2C7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62" name="TextBox 16">
              <a:extLst>
                <a:ext uri="{FF2B5EF4-FFF2-40B4-BE49-F238E27FC236}">
                  <a16:creationId xmlns:a16="http://schemas.microsoft.com/office/drawing/2014/main" id="{2C1CFDEB-1CAC-E72F-6566-B3FA576F551E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Plenas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590769DB-A240-3E37-6717-0CFB02527189}"/>
              </a:ext>
            </a:extLst>
          </p:cNvPr>
          <p:cNvGrpSpPr/>
          <p:nvPr/>
        </p:nvGrpSpPr>
        <p:grpSpPr>
          <a:xfrm>
            <a:off x="3394578" y="2840788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66" name="Agrupar 65">
              <a:extLst>
                <a:ext uri="{FF2B5EF4-FFF2-40B4-BE49-F238E27FC236}">
                  <a16:creationId xmlns:a16="http://schemas.microsoft.com/office/drawing/2014/main" id="{58A02D39-8668-98B7-8892-F6F221ABFC33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68" name="Retângulo: Cantos Arredondados 67">
                <a:extLst>
                  <a:ext uri="{FF2B5EF4-FFF2-40B4-BE49-F238E27FC236}">
                    <a16:creationId xmlns:a16="http://schemas.microsoft.com/office/drawing/2014/main" id="{2BCCA3F9-CA27-6815-682B-195FBCA0D830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69" name="Retângulo 68">
                <a:extLst>
                  <a:ext uri="{FF2B5EF4-FFF2-40B4-BE49-F238E27FC236}">
                    <a16:creationId xmlns:a16="http://schemas.microsoft.com/office/drawing/2014/main" id="{CDF9EA34-9B15-26CD-4FCF-A72F6E0503AF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67" name="TextBox 16">
              <a:extLst>
                <a:ext uri="{FF2B5EF4-FFF2-40B4-BE49-F238E27FC236}">
                  <a16:creationId xmlns:a16="http://schemas.microsoft.com/office/drawing/2014/main" id="{A7387AA5-7FFB-AD1D-4B24-27779DD6E265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Clássicas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21745FF-BB60-A47F-96AB-F684DB818F81}"/>
              </a:ext>
            </a:extLst>
          </p:cNvPr>
          <p:cNvGrpSpPr/>
          <p:nvPr/>
        </p:nvGrpSpPr>
        <p:grpSpPr>
          <a:xfrm>
            <a:off x="3399847" y="3228185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71" name="Agrupar 70">
              <a:extLst>
                <a:ext uri="{FF2B5EF4-FFF2-40B4-BE49-F238E27FC236}">
                  <a16:creationId xmlns:a16="http://schemas.microsoft.com/office/drawing/2014/main" id="{3EA5FD00-E252-6E80-EB01-72901F4B81B9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73" name="Retângulo: Cantos Arredondados 72">
                <a:extLst>
                  <a:ext uri="{FF2B5EF4-FFF2-40B4-BE49-F238E27FC236}">
                    <a16:creationId xmlns:a16="http://schemas.microsoft.com/office/drawing/2014/main" id="{3BEA43D7-CE63-B158-C434-AD047F9C184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74" name="Retângulo 73">
                <a:extLst>
                  <a:ext uri="{FF2B5EF4-FFF2-40B4-BE49-F238E27FC236}">
                    <a16:creationId xmlns:a16="http://schemas.microsoft.com/office/drawing/2014/main" id="{B7D05A00-EF37-190B-D038-FC72A5589EB0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72" name="TextBox 16">
              <a:extLst>
                <a:ext uri="{FF2B5EF4-FFF2-40B4-BE49-F238E27FC236}">
                  <a16:creationId xmlns:a16="http://schemas.microsoft.com/office/drawing/2014/main" id="{57E7F2EA-94A7-F49B-B106-0909DD344CDE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CFIN Estratégias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56918E14-198B-F2E7-817B-906DFE46A69D}"/>
              </a:ext>
            </a:extLst>
          </p:cNvPr>
          <p:cNvCxnSpPr>
            <a:cxnSpLocks/>
          </p:cNvCxnSpPr>
          <p:nvPr/>
        </p:nvCxnSpPr>
        <p:spPr>
          <a:xfrm>
            <a:off x="1592115" y="2085217"/>
            <a:ext cx="0" cy="32119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F3651AC3-88A6-A7CE-AB4B-1DFA711A09A0}"/>
              </a:ext>
            </a:extLst>
          </p:cNvPr>
          <p:cNvCxnSpPr>
            <a:cxnSpLocks/>
          </p:cNvCxnSpPr>
          <p:nvPr/>
        </p:nvCxnSpPr>
        <p:spPr>
          <a:xfrm>
            <a:off x="1592115" y="2840372"/>
            <a:ext cx="0" cy="41493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C259DAB7-4772-257E-436C-5FFB60A401EB}"/>
              </a:ext>
            </a:extLst>
          </p:cNvPr>
          <p:cNvGrpSpPr/>
          <p:nvPr/>
        </p:nvGrpSpPr>
        <p:grpSpPr>
          <a:xfrm>
            <a:off x="603748" y="3866834"/>
            <a:ext cx="957658" cy="479782"/>
            <a:chOff x="4680625" y="3735594"/>
            <a:chExt cx="1893152" cy="811944"/>
          </a:xfrm>
          <a:solidFill>
            <a:srgbClr val="0A4B1E"/>
          </a:solidFill>
        </p:grpSpPr>
        <p:grpSp>
          <p:nvGrpSpPr>
            <p:cNvPr id="87" name="Agrupar 86">
              <a:extLst>
                <a:ext uri="{FF2B5EF4-FFF2-40B4-BE49-F238E27FC236}">
                  <a16:creationId xmlns:a16="http://schemas.microsoft.com/office/drawing/2014/main" id="{DF4D6C97-7200-3179-CA25-C0BBD7C0F5C7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89" name="Retângulo: Cantos Arredondados 88">
                <a:extLst>
                  <a:ext uri="{FF2B5EF4-FFF2-40B4-BE49-F238E27FC236}">
                    <a16:creationId xmlns:a16="http://schemas.microsoft.com/office/drawing/2014/main" id="{032F5356-BB7D-14EC-2458-F460AB25D70A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90" name="Retângulo 89">
                <a:extLst>
                  <a:ext uri="{FF2B5EF4-FFF2-40B4-BE49-F238E27FC236}">
                    <a16:creationId xmlns:a16="http://schemas.microsoft.com/office/drawing/2014/main" id="{568C7907-76CD-C17E-D450-8C8B39FA1BFB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88" name="TextBox 16">
              <a:extLst>
                <a:ext uri="{FF2B5EF4-FFF2-40B4-BE49-F238E27FC236}">
                  <a16:creationId xmlns:a16="http://schemas.microsoft.com/office/drawing/2014/main" id="{D641B8C1-1048-7741-71F3-4721E6D39AFA}"/>
                </a:ext>
              </a:extLst>
            </p:cNvPr>
            <p:cNvSpPr txBox="1"/>
            <p:nvPr/>
          </p:nvSpPr>
          <p:spPr>
            <a:xfrm>
              <a:off x="4680625" y="3782205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Títulos Públicos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3A4F4D67-D044-B70C-4D18-83A388AF328E}"/>
              </a:ext>
            </a:extLst>
          </p:cNvPr>
          <p:cNvSpPr txBox="1">
            <a:spLocks/>
          </p:cNvSpPr>
          <p:nvPr/>
        </p:nvSpPr>
        <p:spPr>
          <a:xfrm>
            <a:off x="334401" y="351624"/>
            <a:ext cx="8240684" cy="229020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pt-BR"/>
            </a:defPPr>
            <a:lvl1pPr marR="0" lvl="0" indent="0" defTabSz="914377" fontAlgn="auto">
              <a:lnSpc>
                <a:spcPts val="2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1" i="1" u="none" strike="noStrike" cap="none" spc="0" normalizeH="0" baseline="0">
                <a:ln>
                  <a:noFill/>
                </a:ln>
                <a:solidFill>
                  <a:srgbClr val="0A4B1E"/>
                </a:solidFill>
                <a:effectLst/>
                <a:uLnTx/>
                <a:uFillTx/>
                <a:latin typeface="Exo 2.0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pt-BR" sz="2400" dirty="0"/>
              <a:t>Contexto e Regulamentação</a:t>
            </a:r>
          </a:p>
        </p:txBody>
      </p: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8E379F24-483B-E6AE-DF15-7683D7646C81}"/>
              </a:ext>
            </a:extLst>
          </p:cNvPr>
          <p:cNvGrpSpPr/>
          <p:nvPr/>
        </p:nvGrpSpPr>
        <p:grpSpPr>
          <a:xfrm>
            <a:off x="603749" y="3426879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98" name="Agrupar 97">
              <a:extLst>
                <a:ext uri="{FF2B5EF4-FFF2-40B4-BE49-F238E27FC236}">
                  <a16:creationId xmlns:a16="http://schemas.microsoft.com/office/drawing/2014/main" id="{8D45FB94-89CA-8200-9DDB-77C7C201876A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100" name="Retângulo: Cantos Arredondados 99">
                <a:extLst>
                  <a:ext uri="{FF2B5EF4-FFF2-40B4-BE49-F238E27FC236}">
                    <a16:creationId xmlns:a16="http://schemas.microsoft.com/office/drawing/2014/main" id="{39DB23A5-011D-3440-C902-280E5AF36C4A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101" name="Retângulo 100">
                <a:extLst>
                  <a:ext uri="{FF2B5EF4-FFF2-40B4-BE49-F238E27FC236}">
                    <a16:creationId xmlns:a16="http://schemas.microsoft.com/office/drawing/2014/main" id="{68B16DE5-92B4-3B66-ABE4-A055825F19D8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99" name="TextBox 16">
              <a:extLst>
                <a:ext uri="{FF2B5EF4-FFF2-40B4-BE49-F238E27FC236}">
                  <a16:creationId xmlns:a16="http://schemas.microsoft.com/office/drawing/2014/main" id="{ADE3DF0C-C8AA-4D76-0FDA-15231E2CC287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FIRF Zeramento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cxnSp>
        <p:nvCxnSpPr>
          <p:cNvPr id="102" name="Conector de Seta Reta 101">
            <a:extLst>
              <a:ext uri="{FF2B5EF4-FFF2-40B4-BE49-F238E27FC236}">
                <a16:creationId xmlns:a16="http://schemas.microsoft.com/office/drawing/2014/main" id="{6572BFDB-F36B-DEA5-5C03-C0DB76DC32EC}"/>
              </a:ext>
            </a:extLst>
          </p:cNvPr>
          <p:cNvCxnSpPr>
            <a:cxnSpLocks/>
          </p:cNvCxnSpPr>
          <p:nvPr/>
        </p:nvCxnSpPr>
        <p:spPr>
          <a:xfrm>
            <a:off x="2199081" y="1843328"/>
            <a:ext cx="1014143" cy="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B3A4714-4749-91D8-342C-DF1D2CBF5581}"/>
              </a:ext>
            </a:extLst>
          </p:cNvPr>
          <p:cNvSpPr txBox="1"/>
          <p:nvPr/>
        </p:nvSpPr>
        <p:spPr>
          <a:xfrm>
            <a:off x="495949" y="4346616"/>
            <a:ext cx="212774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7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Exo 2 Light" panose="020B0604020202020204" charset="0"/>
              </a:rPr>
              <a:t>Aplicações realizadas via Cooperativa Central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7F3F002-3DB4-3299-8908-175B9E53F1E4}"/>
              </a:ext>
            </a:extLst>
          </p:cNvPr>
          <p:cNvSpPr txBox="1"/>
          <p:nvPr/>
        </p:nvSpPr>
        <p:spPr>
          <a:xfrm>
            <a:off x="3258791" y="1236565"/>
            <a:ext cx="124934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7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Exo 2 Light" panose="020B0604020202020204" charset="0"/>
              </a:rPr>
              <a:t>Aplicações diretas das Cooperativas Singulares</a:t>
            </a:r>
          </a:p>
        </p:txBody>
      </p:sp>
      <p:pic>
        <p:nvPicPr>
          <p:cNvPr id="110" name="Imagem 109" descr="Ícone&#10;&#10;Descrição gerada automaticamente">
            <a:extLst>
              <a:ext uri="{FF2B5EF4-FFF2-40B4-BE49-F238E27FC236}">
                <a16:creationId xmlns:a16="http://schemas.microsoft.com/office/drawing/2014/main" id="{18645817-4D12-91F4-D9C8-1DA5469FB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955" y="960601"/>
            <a:ext cx="465113" cy="465113"/>
          </a:xfrm>
          <a:prstGeom prst="rect">
            <a:avLst/>
          </a:prstGeom>
        </p:spPr>
      </p:pic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4D26B4ED-56AB-BE0E-0625-72399E4F3B2C}"/>
              </a:ext>
            </a:extLst>
          </p:cNvPr>
          <p:cNvSpPr txBox="1"/>
          <p:nvPr/>
        </p:nvSpPr>
        <p:spPr>
          <a:xfrm>
            <a:off x="5160442" y="863175"/>
            <a:ext cx="364949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Hoje é feita aplicação centralizada através das respectivas Cooperativas Centrais.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17B5AC36-427E-0790-353C-D47B088AED3F}"/>
              </a:ext>
            </a:extLst>
          </p:cNvPr>
          <p:cNvSpPr txBox="1"/>
          <p:nvPr/>
        </p:nvSpPr>
        <p:spPr>
          <a:xfrm>
            <a:off x="5183242" y="1821701"/>
            <a:ext cx="36494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Normativo sistêmico “Centralização Financeira” e seus anexos dispõem sobre regras, responsabilidades e apurações.</a:t>
            </a:r>
          </a:p>
        </p:txBody>
      </p:sp>
      <p:pic>
        <p:nvPicPr>
          <p:cNvPr id="121" name="Imagem 120" descr="Ícone&#10;&#10;Descrição gerada automaticamente">
            <a:extLst>
              <a:ext uri="{FF2B5EF4-FFF2-40B4-BE49-F238E27FC236}">
                <a16:creationId xmlns:a16="http://schemas.microsoft.com/office/drawing/2014/main" id="{4391B926-4806-D034-2691-B4C17A108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783" y="2084565"/>
            <a:ext cx="441528" cy="441528"/>
          </a:xfrm>
          <a:prstGeom prst="rect">
            <a:avLst/>
          </a:prstGeom>
        </p:spPr>
      </p:pic>
      <p:pic>
        <p:nvPicPr>
          <p:cNvPr id="122" name="Imagem 121" descr="Ícone&#10;&#10;Descrição gerada automaticamente">
            <a:extLst>
              <a:ext uri="{FF2B5EF4-FFF2-40B4-BE49-F238E27FC236}">
                <a16:creationId xmlns:a16="http://schemas.microsoft.com/office/drawing/2014/main" id="{3DB4A535-2B79-8A9A-C392-D033AD1A5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783" y="3103422"/>
            <a:ext cx="474404" cy="465113"/>
          </a:xfrm>
          <a:prstGeom prst="rect">
            <a:avLst/>
          </a:prstGeom>
        </p:spPr>
      </p:pic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962B6BFC-390B-3F16-5682-89A55AA33F56}"/>
              </a:ext>
            </a:extLst>
          </p:cNvPr>
          <p:cNvSpPr txBox="1"/>
          <p:nvPr/>
        </p:nvSpPr>
        <p:spPr>
          <a:xfrm>
            <a:off x="5192670" y="3094785"/>
            <a:ext cx="36494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Cerca de R$ 1,6bi alocados em 4 centrais, referentes a 88 singulares.</a:t>
            </a:r>
          </a:p>
        </p:txBody>
      </p:sp>
      <p:pic>
        <p:nvPicPr>
          <p:cNvPr id="125" name="Imagem 124" descr="Ícone&#10;&#10;Descrição gerada automaticamente">
            <a:extLst>
              <a:ext uri="{FF2B5EF4-FFF2-40B4-BE49-F238E27FC236}">
                <a16:creationId xmlns:a16="http://schemas.microsoft.com/office/drawing/2014/main" id="{609D7F1D-1DC4-BC1F-37C2-DF39B8F7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943" y="3993752"/>
            <a:ext cx="510189" cy="510189"/>
          </a:xfrm>
          <a:prstGeom prst="rect">
            <a:avLst/>
          </a:prstGeom>
        </p:spPr>
      </p:pic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4B1687DE-8C71-1DAD-775D-3EC396593EBF}"/>
              </a:ext>
            </a:extLst>
          </p:cNvPr>
          <p:cNvSpPr txBox="1"/>
          <p:nvPr/>
        </p:nvSpPr>
        <p:spPr>
          <a:xfrm>
            <a:off x="5214735" y="4036636"/>
            <a:ext cx="364949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Alocação via Central tem FPR de 20% e demanda capital das singulares. Aproximadamente R$ 30 mi.</a:t>
            </a:r>
          </a:p>
        </p:txBody>
      </p:sp>
    </p:spTree>
    <p:extLst>
      <p:ext uri="{BB962C8B-B14F-4D97-AF65-F5344CB8AC3E}">
        <p14:creationId xmlns:p14="http://schemas.microsoft.com/office/powerpoint/2010/main" val="1552206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075" y="266319"/>
            <a:ext cx="381000" cy="3810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09575" y="384552"/>
            <a:ext cx="77658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Sicredi Asset e a posição no mercado</a:t>
            </a:r>
            <a:endParaRPr lang="en-US" sz="2200" b="1" i="1" dirty="0">
              <a:solidFill>
                <a:srgbClr val="0A4B1E"/>
              </a:solidFill>
              <a:latin typeface="Exo 2.0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96F30-43D0-4C2E-AE8C-F0E400C7031F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432804-2053-47EC-BCAD-AB101919005E}"/>
              </a:ext>
            </a:extLst>
          </p:cNvPr>
          <p:cNvSpPr/>
          <p:nvPr/>
        </p:nvSpPr>
        <p:spPr>
          <a:xfrm>
            <a:off x="681279" y="1301083"/>
            <a:ext cx="3489789" cy="1294593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FFFFFF"/>
              </a:solidFill>
              <a:latin typeface="Nunito Light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253859-39F1-4149-8909-8E7E4EBA9222}"/>
              </a:ext>
            </a:extLst>
          </p:cNvPr>
          <p:cNvSpPr/>
          <p:nvPr/>
        </p:nvSpPr>
        <p:spPr>
          <a:xfrm>
            <a:off x="2020812" y="968883"/>
            <a:ext cx="79396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8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73261F-F96C-40BD-AFF2-14513A9D5D99}"/>
              </a:ext>
            </a:extLst>
          </p:cNvPr>
          <p:cNvSpPr/>
          <p:nvPr/>
        </p:nvSpPr>
        <p:spPr>
          <a:xfrm>
            <a:off x="659662" y="3019276"/>
            <a:ext cx="3489789" cy="1294593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FFFFFF"/>
              </a:solidFill>
              <a:latin typeface="Nunito Light" pitchFamily="2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49A6C1-738F-45BF-8B8C-08D4D6B42844}"/>
              </a:ext>
            </a:extLst>
          </p:cNvPr>
          <p:cNvSpPr/>
          <p:nvPr/>
        </p:nvSpPr>
        <p:spPr>
          <a:xfrm>
            <a:off x="1963180" y="2949060"/>
            <a:ext cx="793967" cy="1579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FFFFFF"/>
              </a:solidFill>
              <a:latin typeface="Nunito Light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37DC24C-7097-44CC-A7F5-C612DE4EFA8C}"/>
              </a:ext>
            </a:extLst>
          </p:cNvPr>
          <p:cNvSpPr txBox="1"/>
          <p:nvPr/>
        </p:nvSpPr>
        <p:spPr>
          <a:xfrm>
            <a:off x="690403" y="1420703"/>
            <a:ext cx="1360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+135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bilhões sob gestão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37100C6-8358-46BB-BE0F-0F96809FEED0}"/>
              </a:ext>
            </a:extLst>
          </p:cNvPr>
          <p:cNvSpPr txBox="1"/>
          <p:nvPr/>
        </p:nvSpPr>
        <p:spPr>
          <a:xfrm>
            <a:off x="2404556" y="1426526"/>
            <a:ext cx="17141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+150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fundos e carteiras geridos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022DE6-3197-435B-B6C4-3CD237510044}"/>
              </a:ext>
            </a:extLst>
          </p:cNvPr>
          <p:cNvSpPr txBox="1"/>
          <p:nvPr/>
        </p:nvSpPr>
        <p:spPr>
          <a:xfrm>
            <a:off x="681279" y="3138396"/>
            <a:ext cx="1444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7ª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maior gestora de RENDA FIXA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18F53AF-86DA-43BE-8315-D0BCE87446AB}"/>
              </a:ext>
            </a:extLst>
          </p:cNvPr>
          <p:cNvSpPr txBox="1"/>
          <p:nvPr/>
        </p:nvSpPr>
        <p:spPr>
          <a:xfrm>
            <a:off x="2677131" y="3127963"/>
            <a:ext cx="1444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12ª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maior gestora do Brasil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D14A0C8-22AD-4B6F-85D3-4BF6843C4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06" y="894263"/>
            <a:ext cx="898503" cy="900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8F7F340D-28C5-485B-816A-41691AEC2AEF}"/>
              </a:ext>
            </a:extLst>
          </p:cNvPr>
          <p:cNvSpPr/>
          <p:nvPr/>
        </p:nvSpPr>
        <p:spPr>
          <a:xfrm>
            <a:off x="4803132" y="1045891"/>
            <a:ext cx="3921501" cy="347391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800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1A633DF-F237-4076-BF31-AAD759C3EA4D}"/>
              </a:ext>
            </a:extLst>
          </p:cNvPr>
          <p:cNvSpPr txBox="1"/>
          <p:nvPr/>
        </p:nvSpPr>
        <p:spPr>
          <a:xfrm>
            <a:off x="5717697" y="1475647"/>
            <a:ext cx="2093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rgbClr val="FFFFFF"/>
                </a:solidFill>
                <a:latin typeface="Exo 2.0" panose="00000500000000000000" pitchFamily="50" charset="0"/>
              </a:rPr>
              <a:t>FORTE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B8EEE5F-9AF9-4069-BE53-E769E98B435C}"/>
              </a:ext>
            </a:extLst>
          </p:cNvPr>
          <p:cNvSpPr txBox="1"/>
          <p:nvPr/>
        </p:nvSpPr>
        <p:spPr>
          <a:xfrm>
            <a:off x="4717475" y="1794264"/>
            <a:ext cx="40108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tx1">
                    <a:lumMod val="50000"/>
                  </a:schemeClr>
                </a:solidFill>
                <a:latin typeface="Exo 2.0 Light" panose="00000400000000000000" pitchFamily="50" charset="0"/>
              </a:defRPr>
            </a:lvl1pPr>
          </a:lstStyle>
          <a:p>
            <a:pPr defTabSz="914400">
              <a:defRPr/>
            </a:pPr>
            <a:r>
              <a:rPr lang="pt-BR" b="1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        O rating se baseia nas seguintes avaliações</a:t>
            </a:r>
            <a:r>
              <a:rPr lang="pt-BR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:</a:t>
            </a:r>
          </a:p>
          <a:p>
            <a:pPr defTabSz="914400">
              <a:defRPr/>
            </a:pPr>
            <a:endParaRPr lang="pt-BR" i="0" kern="0" dirty="0">
              <a:solidFill>
                <a:srgbClr val="596459">
                  <a:lumMod val="50000"/>
                </a:srgbClr>
              </a:solidFill>
              <a:latin typeface="Exo 2.0" panose="00000500000000000000" pitchFamily="50" charset="0"/>
            </a:endParaRP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Processo de Investimento: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Excelente</a:t>
            </a:r>
          </a:p>
          <a:p>
            <a:pPr defTabSz="914400">
              <a:defRPr/>
            </a:pPr>
            <a:r>
              <a:rPr lang="pt-BR" sz="1050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	</a:t>
            </a: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Recursos de Investimento: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Forte</a:t>
            </a:r>
          </a:p>
          <a:p>
            <a:pPr defTabSz="914400">
              <a:defRPr/>
            </a:pPr>
            <a:endParaRPr lang="pt-BR" sz="1050" i="0" kern="0" dirty="0">
              <a:solidFill>
                <a:srgbClr val="596459">
                  <a:lumMod val="50000"/>
                </a:srgbClr>
              </a:solidFill>
              <a:latin typeface="Exo 2.0" panose="00000500000000000000" pitchFamily="50" charset="0"/>
            </a:endParaRP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Gestão de Riscos: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Excelente</a:t>
            </a:r>
          </a:p>
          <a:p>
            <a:pPr defTabSz="914400">
              <a:defRPr/>
            </a:pPr>
            <a:r>
              <a:rPr lang="pt-BR" sz="1050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	</a:t>
            </a: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Desempenho dos Investimentos: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Consistente</a:t>
            </a:r>
          </a:p>
          <a:p>
            <a:pPr defTabSz="914400">
              <a:defRPr/>
            </a:pPr>
            <a:r>
              <a:rPr lang="pt-BR" sz="1050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	</a:t>
            </a: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Companhia &amp; Atendimento a Clientes: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Forte</a:t>
            </a:r>
          </a:p>
        </p:txBody>
      </p:sp>
      <p:sp>
        <p:nvSpPr>
          <p:cNvPr id="32" name="Espaço Reservado para Texto 1">
            <a:extLst>
              <a:ext uri="{FF2B5EF4-FFF2-40B4-BE49-F238E27FC236}">
                <a16:creationId xmlns:a16="http://schemas.microsoft.com/office/drawing/2014/main" id="{7ADE1F9F-C694-44C1-B817-5C9B3ED7AECD}"/>
              </a:ext>
            </a:extLst>
          </p:cNvPr>
          <p:cNvSpPr txBox="1">
            <a:spLocks/>
          </p:cNvSpPr>
          <p:nvPr/>
        </p:nvSpPr>
        <p:spPr>
          <a:xfrm>
            <a:off x="5849725" y="735290"/>
            <a:ext cx="1828312" cy="707143"/>
          </a:xfrm>
          <a:prstGeom prst="roundRect">
            <a:avLst/>
          </a:prstGeom>
          <a:solidFill>
            <a:srgbClr val="64C832"/>
          </a:solidFill>
        </p:spPr>
        <p:txBody>
          <a:bodyPr vert="horz" lIns="108000" tIns="45720" rIns="91440" bIns="45720" rtlCol="0" anchor="b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600" dirty="0">
                <a:solidFill>
                  <a:srgbClr val="FFFFFF"/>
                </a:solidFill>
                <a:latin typeface="Exo 2.0" panose="00000500000000000000" pitchFamily="50" charset="0"/>
              </a:rPr>
              <a:t>Fitch Ratings</a:t>
            </a:r>
            <a:endParaRPr lang="pt-BR" sz="1200" dirty="0">
              <a:solidFill>
                <a:srgbClr val="FFFFFF"/>
              </a:solidFill>
              <a:latin typeface="Exo 2.0" panose="00000500000000000000" pitchFamily="50" charset="0"/>
            </a:endParaRPr>
          </a:p>
          <a:p>
            <a:pPr algn="ctr">
              <a:defRPr/>
            </a:pPr>
            <a:r>
              <a:rPr lang="pt-BR" sz="1600" dirty="0">
                <a:solidFill>
                  <a:srgbClr val="FFFFFF"/>
                </a:solidFill>
                <a:latin typeface="Exo 2.0" panose="00000500000000000000" pitchFamily="50" charset="0"/>
              </a:rPr>
              <a:t>FORTE</a:t>
            </a:r>
          </a:p>
        </p:txBody>
      </p:sp>
      <p:pic>
        <p:nvPicPr>
          <p:cNvPr id="1026" name="Picture 2" descr="ANBIMA">
            <a:extLst>
              <a:ext uri="{FF2B5EF4-FFF2-40B4-BE49-F238E27FC236}">
                <a16:creationId xmlns:a16="http://schemas.microsoft.com/office/drawing/2014/main" id="{D3DEAAEE-E2CC-A54F-E7B5-F07CFCC1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63" y="2789661"/>
            <a:ext cx="9377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C51F919B-AD77-7275-C398-5D16A475AB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871BF0D-5EB5-BC2F-A27D-BA8213F6F4C8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A4DD80A3-DFD7-CC38-D7FD-E26500C7EC55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28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8125" y="214314"/>
            <a:ext cx="381000" cy="381000"/>
          </a:xfrm>
          <a:prstGeom prst="rect">
            <a:avLst/>
          </a:prstGeom>
        </p:spPr>
      </p:pic>
      <p:sp>
        <p:nvSpPr>
          <p:cNvPr id="8" name="Object3">
            <a:extLst>
              <a:ext uri="{FF2B5EF4-FFF2-40B4-BE49-F238E27FC236}">
                <a16:creationId xmlns:a16="http://schemas.microsoft.com/office/drawing/2014/main" id="{DEFB7468-5005-A268-7C95-7F9C72FBF416}"/>
              </a:ext>
            </a:extLst>
          </p:cNvPr>
          <p:cNvSpPr/>
          <p:nvPr/>
        </p:nvSpPr>
        <p:spPr>
          <a:xfrm>
            <a:off x="428626" y="321439"/>
            <a:ext cx="37922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/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ExtraLight Italic" pitchFamily="34" charset="-122"/>
              </a:rPr>
              <a:t>Premiações</a:t>
            </a:r>
          </a:p>
          <a:p>
            <a:pPr defTabSz="457189"/>
            <a:endParaRPr lang="pt-BR" sz="2200" dirty="0">
              <a:solidFill>
                <a:srgbClr val="E7E6E6">
                  <a:lumMod val="25000"/>
                </a:srgbClr>
              </a:solidFill>
              <a:latin typeface="Exo 2 Bold Italic" panose="020B0604020202020204" charset="0"/>
              <a:ea typeface="Exo 2 ExtraLight Italic" pitchFamily="34" charset="-122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548C257-268B-FE26-FA8B-216E5298EC91}"/>
              </a:ext>
            </a:extLst>
          </p:cNvPr>
          <p:cNvSpPr txBox="1"/>
          <p:nvPr/>
        </p:nvSpPr>
        <p:spPr>
          <a:xfrm>
            <a:off x="3513558" y="2293411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83"/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F3FF536-2D7A-C740-21BC-1F1F80DCB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230" y="1220132"/>
            <a:ext cx="1342035" cy="1512244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B07C5158-90D1-E46B-3A1D-A90452D0C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1702" y="1232636"/>
            <a:ext cx="1335489" cy="151879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A8CDC3BA-FB67-7A86-F71D-3EFD7D7F36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68" y="1272504"/>
            <a:ext cx="1335489" cy="1459872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5A465CDC-FE72-1C56-D744-D6FE8000D9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9732" y="1252863"/>
            <a:ext cx="1315849" cy="1479513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21CCD1F4-04A8-7D31-EA74-D60FFF8103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326" y="2915360"/>
            <a:ext cx="1322395" cy="1499151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19A9CB18-F9D2-6767-2059-E2F3980C34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4837" y="2939023"/>
            <a:ext cx="1342035" cy="1479513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C231B04F-7609-93E3-7EAC-17AA5D9B6F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1850" y="2935000"/>
            <a:ext cx="1335489" cy="1479511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13B733AD-C8B6-7515-67A1-5739199CAF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0829" y="2950974"/>
            <a:ext cx="1322395" cy="1459872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7E06343E-A613-EC98-5F3D-234F6285EE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2470" y="2926140"/>
            <a:ext cx="1361674" cy="1492605"/>
          </a:xfrm>
          <a:prstGeom prst="rect">
            <a:avLst/>
          </a:prstGeom>
        </p:spPr>
      </p:pic>
      <p:sp>
        <p:nvSpPr>
          <p:cNvPr id="69" name="Object3">
            <a:extLst>
              <a:ext uri="{FF2B5EF4-FFF2-40B4-BE49-F238E27FC236}">
                <a16:creationId xmlns:a16="http://schemas.microsoft.com/office/drawing/2014/main" id="{BC0D6542-D4DB-B10A-128E-3351B502F580}"/>
              </a:ext>
            </a:extLst>
          </p:cNvPr>
          <p:cNvSpPr/>
          <p:nvPr/>
        </p:nvSpPr>
        <p:spPr>
          <a:xfrm>
            <a:off x="2080881" y="790191"/>
            <a:ext cx="5263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89">
              <a:lnSpc>
                <a:spcPct val="150000"/>
              </a:lnSpc>
            </a:pPr>
            <a:r>
              <a:rPr lang="pt-BR" sz="1401" b="1" dirty="0">
                <a:solidFill>
                  <a:srgbClr val="E7E6E6">
                    <a:lumMod val="25000"/>
                  </a:srgbClr>
                </a:solidFill>
                <a:latin typeface="Exo 2 Light Italic" pitchFamily="2" charset="0"/>
                <a:ea typeface="Exo 2 ExtraLight Italic" pitchFamily="34" charset="-122"/>
              </a:rPr>
              <a:t>Investidores Institucionais e Ranking FGV</a:t>
            </a:r>
          </a:p>
          <a:p>
            <a:pPr defTabSz="457189"/>
            <a:endParaRPr lang="pt-BR" sz="1401" dirty="0">
              <a:solidFill>
                <a:srgbClr val="E7E6E6">
                  <a:lumMod val="25000"/>
                </a:srgbClr>
              </a:solidFill>
              <a:latin typeface="Exo 2 Light Italic" pitchFamily="2" charset="0"/>
              <a:ea typeface="Exo 2 ExtraLight Italic" pitchFamily="34" charset="-122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5D2FE98B-E4B1-CFE2-3531-241575E3DFCE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8A0A1130-6328-CD37-2DF3-A664771B9786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1CD673A-B519-0FE7-EF4A-FC4DD888BE79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9C9BE311-8845-5390-84EE-B6F6763E8130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79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3">
            <a:extLst>
              <a:ext uri="{FF2B5EF4-FFF2-40B4-BE49-F238E27FC236}">
                <a16:creationId xmlns:a16="http://schemas.microsoft.com/office/drawing/2014/main" id="{C000E062-46C5-6301-713F-AEFDBAAFD9D1}"/>
              </a:ext>
            </a:extLst>
          </p:cNvPr>
          <p:cNvSpPr/>
          <p:nvPr/>
        </p:nvSpPr>
        <p:spPr>
          <a:xfrm>
            <a:off x="428626" y="291053"/>
            <a:ext cx="2854819" cy="36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</a:rPr>
              <a:t>Nosso organograma</a:t>
            </a:r>
          </a:p>
        </p:txBody>
      </p: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FF2F712A-F09D-5A4A-5D13-5ECEF80AC87E}"/>
              </a:ext>
            </a:extLst>
          </p:cNvPr>
          <p:cNvGrpSpPr/>
          <p:nvPr/>
        </p:nvGrpSpPr>
        <p:grpSpPr>
          <a:xfrm>
            <a:off x="117705" y="797306"/>
            <a:ext cx="8862315" cy="3548889"/>
            <a:chOff x="64714" y="910714"/>
            <a:chExt cx="8862315" cy="3548889"/>
          </a:xfrm>
        </p:grpSpPr>
        <p:sp>
          <p:nvSpPr>
            <p:cNvPr id="83" name="Retângulo: Cantos Arredondados 82">
              <a:extLst>
                <a:ext uri="{FF2B5EF4-FFF2-40B4-BE49-F238E27FC236}">
                  <a16:creationId xmlns:a16="http://schemas.microsoft.com/office/drawing/2014/main" id="{913491DF-8B00-782A-DF49-DB6E73286A9D}"/>
                </a:ext>
              </a:extLst>
            </p:cNvPr>
            <p:cNvSpPr/>
            <p:nvPr/>
          </p:nvSpPr>
          <p:spPr>
            <a:xfrm>
              <a:off x="1852829" y="1754435"/>
              <a:ext cx="1036771" cy="627002"/>
            </a:xfrm>
            <a:prstGeom prst="roundRect">
              <a:avLst/>
            </a:prstGeom>
            <a:solidFill>
              <a:srgbClr val="146E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Portfólio </a:t>
              </a:r>
            </a:p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Manager</a:t>
              </a:r>
            </a:p>
            <a:p>
              <a:pPr algn="ctr"/>
              <a:endParaRPr lang="pt-BR" sz="6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800" dirty="0">
                  <a:latin typeface="Aptos Display" panose="020B0004020202020204" pitchFamily="34" charset="0"/>
                </a:rPr>
                <a:t>Luiz Furlani</a:t>
              </a:r>
            </a:p>
          </p:txBody>
        </p:sp>
        <p:sp>
          <p:nvSpPr>
            <p:cNvPr id="84" name="Retângulo: Cantos Arredondados 83">
              <a:extLst>
                <a:ext uri="{FF2B5EF4-FFF2-40B4-BE49-F238E27FC236}">
                  <a16:creationId xmlns:a16="http://schemas.microsoft.com/office/drawing/2014/main" id="{233E7AF0-F70D-CD8D-E179-073EE77F78D7}"/>
                </a:ext>
              </a:extLst>
            </p:cNvPr>
            <p:cNvSpPr/>
            <p:nvPr/>
          </p:nvSpPr>
          <p:spPr>
            <a:xfrm>
              <a:off x="275388" y="2560058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Caixa e TPF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Bruno Martins</a:t>
              </a:r>
            </a:p>
          </p:txBody>
        </p:sp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FB613A2E-8C25-BD64-D319-98193DA97255}"/>
                </a:ext>
              </a:extLst>
            </p:cNvPr>
            <p:cNvSpPr/>
            <p:nvPr/>
          </p:nvSpPr>
          <p:spPr>
            <a:xfrm>
              <a:off x="1386332" y="2567836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Crédito Privado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José Geraldo</a:t>
              </a:r>
            </a:p>
          </p:txBody>
        </p:sp>
        <p:sp>
          <p:nvSpPr>
            <p:cNvPr id="86" name="Retângulo: Cantos Arredondados 85">
              <a:extLst>
                <a:ext uri="{FF2B5EF4-FFF2-40B4-BE49-F238E27FC236}">
                  <a16:creationId xmlns:a16="http://schemas.microsoft.com/office/drawing/2014/main" id="{AFD133EA-A663-F55B-18B0-436AE9F399B5}"/>
                </a:ext>
              </a:extLst>
            </p:cNvPr>
            <p:cNvSpPr/>
            <p:nvPr/>
          </p:nvSpPr>
          <p:spPr>
            <a:xfrm>
              <a:off x="2437648" y="2567836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 err="1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Equity</a:t>
              </a:r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 e ESG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César Nappi</a:t>
              </a:r>
            </a:p>
          </p:txBody>
        </p:sp>
        <p:sp>
          <p:nvSpPr>
            <p:cNvPr id="87" name="Retângulo: Cantos Arredondados 86">
              <a:extLst>
                <a:ext uri="{FF2B5EF4-FFF2-40B4-BE49-F238E27FC236}">
                  <a16:creationId xmlns:a16="http://schemas.microsoft.com/office/drawing/2014/main" id="{ECFA48C7-B63A-0BE3-2F07-87655121DFA3}"/>
                </a:ext>
              </a:extLst>
            </p:cNvPr>
            <p:cNvSpPr/>
            <p:nvPr/>
          </p:nvSpPr>
          <p:spPr>
            <a:xfrm>
              <a:off x="3521406" y="2567836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Risco de Mercado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Andre Trierveiler</a:t>
              </a:r>
            </a:p>
          </p:txBody>
        </p:sp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DC069455-40F5-550A-3FB1-362952EE3769}"/>
                </a:ext>
              </a:extLst>
            </p:cNvPr>
            <p:cNvSpPr/>
            <p:nvPr/>
          </p:nvSpPr>
          <p:spPr>
            <a:xfrm>
              <a:off x="2441050" y="4048837"/>
              <a:ext cx="958731" cy="333143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Bruna Pedroni</a:t>
              </a:r>
            </a:p>
          </p:txBody>
        </p:sp>
        <p:sp>
          <p:nvSpPr>
            <p:cNvPr id="89" name="Retângulo: Cantos Arredondados 88">
              <a:extLst>
                <a:ext uri="{FF2B5EF4-FFF2-40B4-BE49-F238E27FC236}">
                  <a16:creationId xmlns:a16="http://schemas.microsoft.com/office/drawing/2014/main" id="{15983EAE-55BF-6B01-95DF-79A0275BF44C}"/>
                </a:ext>
              </a:extLst>
            </p:cNvPr>
            <p:cNvSpPr/>
            <p:nvPr/>
          </p:nvSpPr>
          <p:spPr>
            <a:xfrm>
              <a:off x="3532784" y="3105189"/>
              <a:ext cx="958731" cy="333143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Reinado Siqueira</a:t>
              </a:r>
            </a:p>
          </p:txBody>
        </p:sp>
        <p:sp>
          <p:nvSpPr>
            <p:cNvPr id="90" name="Retângulo: Cantos Arredondados 89">
              <a:extLst>
                <a:ext uri="{FF2B5EF4-FFF2-40B4-BE49-F238E27FC236}">
                  <a16:creationId xmlns:a16="http://schemas.microsoft.com/office/drawing/2014/main" id="{86144BED-BA7A-217F-83FC-B97773DE9FB3}"/>
                </a:ext>
              </a:extLst>
            </p:cNvPr>
            <p:cNvSpPr/>
            <p:nvPr/>
          </p:nvSpPr>
          <p:spPr>
            <a:xfrm>
              <a:off x="2437648" y="3101110"/>
              <a:ext cx="958731" cy="394457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Paulo Buchner</a:t>
              </a:r>
            </a:p>
          </p:txBody>
        </p:sp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6C52CAD4-03B1-75DA-DE3A-B97FC4159BE3}"/>
                </a:ext>
              </a:extLst>
            </p:cNvPr>
            <p:cNvSpPr/>
            <p:nvPr/>
          </p:nvSpPr>
          <p:spPr>
            <a:xfrm>
              <a:off x="2441050" y="3580528"/>
              <a:ext cx="958731" cy="366540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Affonso Pereira</a:t>
              </a:r>
            </a:p>
          </p:txBody>
        </p:sp>
        <p:sp>
          <p:nvSpPr>
            <p:cNvPr id="93" name="Retângulo: Cantos Arredondados 92">
              <a:extLst>
                <a:ext uri="{FF2B5EF4-FFF2-40B4-BE49-F238E27FC236}">
                  <a16:creationId xmlns:a16="http://schemas.microsoft.com/office/drawing/2014/main" id="{C84F3AF4-7FBA-74FD-5780-715A5F4B9FCA}"/>
                </a:ext>
              </a:extLst>
            </p:cNvPr>
            <p:cNvSpPr/>
            <p:nvPr/>
          </p:nvSpPr>
          <p:spPr>
            <a:xfrm>
              <a:off x="4782019" y="1782932"/>
              <a:ext cx="958731" cy="627002"/>
            </a:xfrm>
            <a:prstGeom prst="roundRect">
              <a:avLst/>
            </a:prstGeom>
            <a:solidFill>
              <a:srgbClr val="8C5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Economista Chefe</a:t>
              </a:r>
            </a:p>
            <a:p>
              <a:pPr algn="ctr"/>
              <a:endParaRPr lang="pt-BR" sz="6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800" dirty="0">
                  <a:latin typeface="Aptos Display" panose="020B0004020202020204" pitchFamily="34" charset="0"/>
                </a:rPr>
                <a:t>Luiz Furlani</a:t>
              </a:r>
            </a:p>
          </p:txBody>
        </p:sp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A8E5C784-35D4-FAE9-39A6-C8DC9FE2165A}"/>
                </a:ext>
              </a:extLst>
            </p:cNvPr>
            <p:cNvSpPr/>
            <p:nvPr/>
          </p:nvSpPr>
          <p:spPr>
            <a:xfrm>
              <a:off x="4093659" y="910714"/>
              <a:ext cx="958731" cy="62700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Diretor de Gestão</a:t>
              </a:r>
            </a:p>
            <a:p>
              <a:pPr algn="ctr"/>
              <a:endParaRPr lang="pt-BR" sz="6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800" dirty="0">
                  <a:latin typeface="Aptos Display" panose="020B0004020202020204" pitchFamily="34" charset="0"/>
                </a:rPr>
                <a:t>Ricardo Sommer</a:t>
              </a:r>
            </a:p>
          </p:txBody>
        </p:sp>
        <p:sp>
          <p:nvSpPr>
            <p:cNvPr id="95" name="Retângulo: Cantos Arredondados 94">
              <a:extLst>
                <a:ext uri="{FF2B5EF4-FFF2-40B4-BE49-F238E27FC236}">
                  <a16:creationId xmlns:a16="http://schemas.microsoft.com/office/drawing/2014/main" id="{5A1D056D-F066-8404-98CF-128B9A0F5F4E}"/>
                </a:ext>
              </a:extLst>
            </p:cNvPr>
            <p:cNvSpPr/>
            <p:nvPr/>
          </p:nvSpPr>
          <p:spPr>
            <a:xfrm>
              <a:off x="4782019" y="2561221"/>
              <a:ext cx="958731" cy="423714"/>
            </a:xfrm>
            <a:prstGeom prst="roundRect">
              <a:avLst/>
            </a:prstGeom>
            <a:solidFill>
              <a:srgbClr val="A98F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Julia </a:t>
              </a:r>
              <a:r>
                <a:rPr lang="pt-BR" sz="750" dirty="0" err="1">
                  <a:latin typeface="Aptos Display" panose="020B0004020202020204" pitchFamily="34" charset="0"/>
                </a:rPr>
                <a:t>Rizzoto</a:t>
              </a:r>
              <a:endParaRPr lang="pt-BR" sz="750" dirty="0">
                <a:latin typeface="Aptos Display" panose="020B0004020202020204" pitchFamily="34" charset="0"/>
              </a:endParaRPr>
            </a:p>
          </p:txBody>
        </p:sp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A396EC99-5D1C-CB82-5597-EB84E8BDD924}"/>
                </a:ext>
              </a:extLst>
            </p:cNvPr>
            <p:cNvSpPr/>
            <p:nvPr/>
          </p:nvSpPr>
          <p:spPr>
            <a:xfrm>
              <a:off x="4782037" y="3199772"/>
              <a:ext cx="958731" cy="423714"/>
            </a:xfrm>
            <a:prstGeom prst="roundRect">
              <a:avLst/>
            </a:prstGeom>
            <a:solidFill>
              <a:srgbClr val="A98F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 err="1">
                  <a:latin typeface="Aptos Display" panose="020B0004020202020204" pitchFamily="34" charset="0"/>
                </a:rPr>
                <a:t>Werley</a:t>
              </a:r>
              <a:r>
                <a:rPr lang="pt-BR" sz="750" dirty="0">
                  <a:latin typeface="Aptos Display" panose="020B0004020202020204" pitchFamily="34" charset="0"/>
                </a:rPr>
                <a:t> Cordeiro</a:t>
              </a:r>
            </a:p>
          </p:txBody>
        </p:sp>
        <p:cxnSp>
          <p:nvCxnSpPr>
            <p:cNvPr id="98" name="Conector: Angulado 97">
              <a:extLst>
                <a:ext uri="{FF2B5EF4-FFF2-40B4-BE49-F238E27FC236}">
                  <a16:creationId xmlns:a16="http://schemas.microsoft.com/office/drawing/2014/main" id="{D4D0956B-65CC-4925-6915-E3334CAE7AF8}"/>
                </a:ext>
              </a:extLst>
            </p:cNvPr>
            <p:cNvCxnSpPr>
              <a:cxnSpLocks/>
              <a:stCxn id="94" idx="2"/>
              <a:endCxn id="83" idx="0"/>
            </p:cNvCxnSpPr>
            <p:nvPr/>
          </p:nvCxnSpPr>
          <p:spPr>
            <a:xfrm rot="5400000">
              <a:off x="3363761" y="545170"/>
              <a:ext cx="216719" cy="2201810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: Angulado 98">
              <a:extLst>
                <a:ext uri="{FF2B5EF4-FFF2-40B4-BE49-F238E27FC236}">
                  <a16:creationId xmlns:a16="http://schemas.microsoft.com/office/drawing/2014/main" id="{19A7AB38-4035-CD64-2B92-1F23D4F39C87}"/>
                </a:ext>
              </a:extLst>
            </p:cNvPr>
            <p:cNvCxnSpPr>
              <a:stCxn id="94" idx="2"/>
              <a:endCxn id="132" idx="0"/>
            </p:cNvCxnSpPr>
            <p:nvPr/>
          </p:nvCxnSpPr>
          <p:spPr>
            <a:xfrm rot="16200000" flipH="1">
              <a:off x="5965021" y="145720"/>
              <a:ext cx="197404" cy="2981396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: Angulado 99">
              <a:extLst>
                <a:ext uri="{FF2B5EF4-FFF2-40B4-BE49-F238E27FC236}">
                  <a16:creationId xmlns:a16="http://schemas.microsoft.com/office/drawing/2014/main" id="{9957EEE3-7BAC-BBA3-CE09-E51701BB02E6}"/>
                </a:ext>
              </a:extLst>
            </p:cNvPr>
            <p:cNvCxnSpPr>
              <a:stCxn id="94" idx="2"/>
              <a:endCxn id="93" idx="0"/>
            </p:cNvCxnSpPr>
            <p:nvPr/>
          </p:nvCxnSpPr>
          <p:spPr>
            <a:xfrm rot="16200000" flipH="1">
              <a:off x="4794596" y="1316143"/>
              <a:ext cx="245217" cy="688361"/>
            </a:xfrm>
            <a:prstGeom prst="bentConnector3">
              <a:avLst>
                <a:gd name="adj1" fmla="val 43526"/>
              </a:avLst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: Angulado 100">
              <a:extLst>
                <a:ext uri="{FF2B5EF4-FFF2-40B4-BE49-F238E27FC236}">
                  <a16:creationId xmlns:a16="http://schemas.microsoft.com/office/drawing/2014/main" id="{90D4BFA3-5917-0748-731C-420C32E93A9A}"/>
                </a:ext>
              </a:extLst>
            </p:cNvPr>
            <p:cNvCxnSpPr>
              <a:cxnSpLocks/>
              <a:stCxn id="83" idx="2"/>
              <a:endCxn id="87" idx="0"/>
            </p:cNvCxnSpPr>
            <p:nvPr/>
          </p:nvCxnSpPr>
          <p:spPr>
            <a:xfrm rot="16200000" flipH="1">
              <a:off x="3092794" y="1659857"/>
              <a:ext cx="186399" cy="1629557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: Angulado 101">
              <a:extLst>
                <a:ext uri="{FF2B5EF4-FFF2-40B4-BE49-F238E27FC236}">
                  <a16:creationId xmlns:a16="http://schemas.microsoft.com/office/drawing/2014/main" id="{287225C6-85CF-B2A4-86A9-064306ED341A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 rot="5400000">
              <a:off x="1473675" y="1662517"/>
              <a:ext cx="178621" cy="1616461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: Angulado 102">
              <a:extLst>
                <a:ext uri="{FF2B5EF4-FFF2-40B4-BE49-F238E27FC236}">
                  <a16:creationId xmlns:a16="http://schemas.microsoft.com/office/drawing/2014/main" id="{83AF48D2-1054-4DFE-981B-1E7290070236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 rot="10800000" flipV="1">
              <a:off x="1865697" y="2474635"/>
              <a:ext cx="494452" cy="93201"/>
            </a:xfrm>
            <a:prstGeom prst="bentConnector2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: Angulado 103">
              <a:extLst>
                <a:ext uri="{FF2B5EF4-FFF2-40B4-BE49-F238E27FC236}">
                  <a16:creationId xmlns:a16="http://schemas.microsoft.com/office/drawing/2014/main" id="{ACA8E5C0-E5D3-E456-2961-830E257067A1}"/>
                </a:ext>
              </a:extLst>
            </p:cNvPr>
            <p:cNvCxnSpPr>
              <a:cxnSpLocks/>
              <a:stCxn id="83" idx="2"/>
              <a:endCxn id="86" idx="0"/>
            </p:cNvCxnSpPr>
            <p:nvPr/>
          </p:nvCxnSpPr>
          <p:spPr>
            <a:xfrm rot="16200000" flipH="1">
              <a:off x="2550915" y="2201736"/>
              <a:ext cx="186399" cy="545799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to 104">
              <a:extLst>
                <a:ext uri="{FF2B5EF4-FFF2-40B4-BE49-F238E27FC236}">
                  <a16:creationId xmlns:a16="http://schemas.microsoft.com/office/drawing/2014/main" id="{8A464423-4318-88DA-6DC9-6DFC8B553D9F}"/>
                </a:ext>
              </a:extLst>
            </p:cNvPr>
            <p:cNvCxnSpPr>
              <a:cxnSpLocks/>
              <a:stCxn id="91" idx="2"/>
              <a:endCxn id="88" idx="0"/>
            </p:cNvCxnSpPr>
            <p:nvPr/>
          </p:nvCxnSpPr>
          <p:spPr>
            <a:xfrm>
              <a:off x="2920416" y="3947068"/>
              <a:ext cx="0" cy="101769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>
              <a:extLst>
                <a:ext uri="{FF2B5EF4-FFF2-40B4-BE49-F238E27FC236}">
                  <a16:creationId xmlns:a16="http://schemas.microsoft.com/office/drawing/2014/main" id="{3515B0C7-0E90-844C-88A2-1B935A791588}"/>
                </a:ext>
              </a:extLst>
            </p:cNvPr>
            <p:cNvCxnSpPr>
              <a:cxnSpLocks/>
              <a:stCxn id="87" idx="2"/>
              <a:endCxn id="89" idx="0"/>
            </p:cNvCxnSpPr>
            <p:nvPr/>
          </p:nvCxnSpPr>
          <p:spPr>
            <a:xfrm>
              <a:off x="4000772" y="2991550"/>
              <a:ext cx="11378" cy="113639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33659573-9883-E3D9-C818-836F2212CF2C}"/>
                </a:ext>
              </a:extLst>
            </p:cNvPr>
            <p:cNvCxnSpPr>
              <a:cxnSpLocks/>
              <a:stCxn id="86" idx="2"/>
              <a:endCxn id="90" idx="0"/>
            </p:cNvCxnSpPr>
            <p:nvPr/>
          </p:nvCxnSpPr>
          <p:spPr>
            <a:xfrm>
              <a:off x="2917014" y="2991550"/>
              <a:ext cx="0" cy="109560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>
              <a:extLst>
                <a:ext uri="{FF2B5EF4-FFF2-40B4-BE49-F238E27FC236}">
                  <a16:creationId xmlns:a16="http://schemas.microsoft.com/office/drawing/2014/main" id="{176DD373-96A8-AAAA-9B14-B7E2BB639C1A}"/>
                </a:ext>
              </a:extLst>
            </p:cNvPr>
            <p:cNvCxnSpPr>
              <a:cxnSpLocks/>
              <a:stCxn id="90" idx="2"/>
              <a:endCxn id="91" idx="0"/>
            </p:cNvCxnSpPr>
            <p:nvPr/>
          </p:nvCxnSpPr>
          <p:spPr>
            <a:xfrm>
              <a:off x="2917014" y="3495567"/>
              <a:ext cx="3402" cy="84961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EC05CA75-2F90-A577-F7DB-71CEB53A0B5C}"/>
                </a:ext>
              </a:extLst>
            </p:cNvPr>
            <p:cNvCxnSpPr>
              <a:cxnSpLocks/>
              <a:stCxn id="93" idx="2"/>
              <a:endCxn id="95" idx="0"/>
            </p:cNvCxnSpPr>
            <p:nvPr/>
          </p:nvCxnSpPr>
          <p:spPr>
            <a:xfrm flipH="1">
              <a:off x="5261384" y="2409934"/>
              <a:ext cx="1" cy="151287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5FD540AF-D672-2DFB-4CE6-0CD9B6A01DEF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 flipH="1">
              <a:off x="5259928" y="2984935"/>
              <a:ext cx="1456" cy="151287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to 111">
              <a:extLst>
                <a:ext uri="{FF2B5EF4-FFF2-40B4-BE49-F238E27FC236}">
                  <a16:creationId xmlns:a16="http://schemas.microsoft.com/office/drawing/2014/main" id="{862A93F6-3BB9-9137-133C-EDE0FA093473}"/>
                </a:ext>
              </a:extLst>
            </p:cNvPr>
            <p:cNvCxnSpPr>
              <a:cxnSpLocks/>
              <a:endCxn id="97" idx="0"/>
            </p:cNvCxnSpPr>
            <p:nvPr/>
          </p:nvCxnSpPr>
          <p:spPr>
            <a:xfrm>
              <a:off x="5259928" y="3053488"/>
              <a:ext cx="1474" cy="146285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Retângulo: Cantos Arredondados 112">
              <a:extLst>
                <a:ext uri="{FF2B5EF4-FFF2-40B4-BE49-F238E27FC236}">
                  <a16:creationId xmlns:a16="http://schemas.microsoft.com/office/drawing/2014/main" id="{A4C2C85D-F0D1-C64F-014E-751239A383C2}"/>
                </a:ext>
              </a:extLst>
            </p:cNvPr>
            <p:cNvSpPr/>
            <p:nvPr/>
          </p:nvSpPr>
          <p:spPr>
            <a:xfrm>
              <a:off x="257428" y="3126734"/>
              <a:ext cx="989240" cy="407196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Bernardo Machado</a:t>
              </a:r>
            </a:p>
          </p:txBody>
        </p:sp>
        <p:pic>
          <p:nvPicPr>
            <p:cNvPr id="115" name="Imagem 114">
              <a:extLst>
                <a:ext uri="{FF2B5EF4-FFF2-40B4-BE49-F238E27FC236}">
                  <a16:creationId xmlns:a16="http://schemas.microsoft.com/office/drawing/2014/main" id="{E72DB412-F3CE-17F6-28E0-1106B864A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9504" y="1268075"/>
              <a:ext cx="277332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A6E49B86-6B16-3C78-E41D-3F29413C3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14" y="3263839"/>
              <a:ext cx="304616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7" name="Imagem 116">
              <a:extLst>
                <a:ext uri="{FF2B5EF4-FFF2-40B4-BE49-F238E27FC236}">
                  <a16:creationId xmlns:a16="http://schemas.microsoft.com/office/drawing/2014/main" id="{21C9C15D-4E7F-FB88-38DE-E3803317C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9952" y="2715701"/>
              <a:ext cx="32400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8" name="Imagem 117">
              <a:extLst>
                <a:ext uri="{FF2B5EF4-FFF2-40B4-BE49-F238E27FC236}">
                  <a16:creationId xmlns:a16="http://schemas.microsoft.com/office/drawing/2014/main" id="{4C9FB388-1449-B19E-3BF0-28EDF9C8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571300" y="2157385"/>
              <a:ext cx="33000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9" name="Imagem 118">
              <a:extLst>
                <a:ext uri="{FF2B5EF4-FFF2-40B4-BE49-F238E27FC236}">
                  <a16:creationId xmlns:a16="http://schemas.microsoft.com/office/drawing/2014/main" id="{81E1658F-A2A3-B24F-6EBE-A7C81C8B4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34677" y="2067493"/>
              <a:ext cx="367060" cy="320343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0" name="Imagem 119">
              <a:extLst>
                <a:ext uri="{FF2B5EF4-FFF2-40B4-BE49-F238E27FC236}">
                  <a16:creationId xmlns:a16="http://schemas.microsoft.com/office/drawing/2014/main" id="{A63101B8-A12F-E710-4E36-30127C492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28733" y="2732184"/>
              <a:ext cx="381823" cy="319343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1" name="Imagem 120">
              <a:extLst>
                <a:ext uri="{FF2B5EF4-FFF2-40B4-BE49-F238E27FC236}">
                  <a16:creationId xmlns:a16="http://schemas.microsoft.com/office/drawing/2014/main" id="{47B7F4FF-8EAB-7AB0-70BF-07489F225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30454" y="3703561"/>
              <a:ext cx="28800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2" name="Imagem 121">
              <a:extLst>
                <a:ext uri="{FF2B5EF4-FFF2-40B4-BE49-F238E27FC236}">
                  <a16:creationId xmlns:a16="http://schemas.microsoft.com/office/drawing/2014/main" id="{53500A8E-8512-DCC4-DE8E-DD295669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249956" y="4171603"/>
              <a:ext cx="30528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3" name="Imagem 122">
              <a:extLst>
                <a:ext uri="{FF2B5EF4-FFF2-40B4-BE49-F238E27FC236}">
                  <a16:creationId xmlns:a16="http://schemas.microsoft.com/office/drawing/2014/main" id="{B55279ED-7FCD-83E6-FFA8-888563AAA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4714" y="2742248"/>
              <a:ext cx="305632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4" name="Imagem 123">
              <a:extLst>
                <a:ext uri="{FF2B5EF4-FFF2-40B4-BE49-F238E27FC236}">
                  <a16:creationId xmlns:a16="http://schemas.microsoft.com/office/drawing/2014/main" id="{48DE7C74-2082-5777-6C66-9C0B7B3D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349537" y="3285251"/>
              <a:ext cx="325564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B1D89D73-7837-8B4C-A50D-CEEE8BAF6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220286" y="2789960"/>
              <a:ext cx="33502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80FE565E-FF16-0496-2161-E23D8FBB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196495" y="2791624"/>
              <a:ext cx="299076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F48BCCAF-3845-C5C6-5BF3-3E4475ED8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198928" y="3233414"/>
              <a:ext cx="330217" cy="311166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9" name="Imagem 128">
              <a:extLst>
                <a:ext uri="{FF2B5EF4-FFF2-40B4-BE49-F238E27FC236}">
                  <a16:creationId xmlns:a16="http://schemas.microsoft.com/office/drawing/2014/main" id="{63367A72-7ED7-6B55-CF0E-23098D5E8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5586244" y="3320359"/>
              <a:ext cx="311166" cy="311166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grpSp>
          <p:nvGrpSpPr>
            <p:cNvPr id="130" name="Agrupar 129">
              <a:extLst>
                <a:ext uri="{FF2B5EF4-FFF2-40B4-BE49-F238E27FC236}">
                  <a16:creationId xmlns:a16="http://schemas.microsoft.com/office/drawing/2014/main" id="{C4843939-E67E-4253-19A9-22B02CB82CD7}"/>
                </a:ext>
              </a:extLst>
            </p:cNvPr>
            <p:cNvGrpSpPr/>
            <p:nvPr/>
          </p:nvGrpSpPr>
          <p:grpSpPr>
            <a:xfrm>
              <a:off x="6214947" y="1735120"/>
              <a:ext cx="2712082" cy="2515869"/>
              <a:chOff x="5877721" y="1735120"/>
              <a:chExt cx="2712082" cy="2515869"/>
            </a:xfrm>
          </p:grpSpPr>
          <p:sp>
            <p:nvSpPr>
              <p:cNvPr id="132" name="Retângulo: Cantos Arredondados 131">
                <a:extLst>
                  <a:ext uri="{FF2B5EF4-FFF2-40B4-BE49-F238E27FC236}">
                    <a16:creationId xmlns:a16="http://schemas.microsoft.com/office/drawing/2014/main" id="{7999593F-5FD1-4E73-DCF4-AAFF09AF0B8F}"/>
                  </a:ext>
                </a:extLst>
              </p:cNvPr>
              <p:cNvSpPr/>
              <p:nvPr/>
            </p:nvSpPr>
            <p:spPr>
              <a:xfrm>
                <a:off x="6737829" y="1735120"/>
                <a:ext cx="958731" cy="627002"/>
              </a:xfrm>
              <a:prstGeom prst="roundRect">
                <a:avLst/>
              </a:prstGeom>
              <a:solidFill>
                <a:srgbClr val="5A645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b="1" spc="50" dirty="0">
                    <a:latin typeface="Aptos Display" panose="020B0004020202020204" pitchFamily="34" charset="0"/>
                    <a:ea typeface="Microsoft GothicNeo" panose="020B0503020000020004" pitchFamily="34" charset="-127"/>
                    <a:cs typeface="Microsoft GothicNeo" panose="020B0503020000020004" pitchFamily="34" charset="-127"/>
                  </a:rPr>
                  <a:t>Middle e Produtos</a:t>
                </a:r>
              </a:p>
              <a:p>
                <a:pPr algn="ctr"/>
                <a:endParaRPr lang="pt-BR" sz="600" dirty="0">
                  <a:latin typeface="Aptos Display" panose="020B0004020202020204" pitchFamily="34" charset="0"/>
                </a:endParaRPr>
              </a:p>
              <a:p>
                <a:pPr algn="ctr"/>
                <a:r>
                  <a:rPr lang="pt-BR" sz="800" dirty="0">
                    <a:latin typeface="Aptos Display" panose="020B0004020202020204" pitchFamily="34" charset="0"/>
                  </a:rPr>
                  <a:t>Marcio Diogo </a:t>
                </a:r>
              </a:p>
            </p:txBody>
          </p:sp>
          <p:sp>
            <p:nvSpPr>
              <p:cNvPr id="133" name="Retângulo: Cantos Arredondados 132">
                <a:extLst>
                  <a:ext uri="{FF2B5EF4-FFF2-40B4-BE49-F238E27FC236}">
                    <a16:creationId xmlns:a16="http://schemas.microsoft.com/office/drawing/2014/main" id="{09F8BF24-6503-89A6-4014-39F649204F6F}"/>
                  </a:ext>
                </a:extLst>
              </p:cNvPr>
              <p:cNvSpPr/>
              <p:nvPr/>
            </p:nvSpPr>
            <p:spPr>
              <a:xfrm>
                <a:off x="5975475" y="2500012"/>
                <a:ext cx="1137388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Alana Ritzel</a:t>
                </a:r>
              </a:p>
            </p:txBody>
          </p:sp>
          <p:sp>
            <p:nvSpPr>
              <p:cNvPr id="134" name="Retângulo: Cantos Arredondados 133">
                <a:extLst>
                  <a:ext uri="{FF2B5EF4-FFF2-40B4-BE49-F238E27FC236}">
                    <a16:creationId xmlns:a16="http://schemas.microsoft.com/office/drawing/2014/main" id="{5896D6FA-3373-7C20-102B-C276621A33F7}"/>
                  </a:ext>
                </a:extLst>
              </p:cNvPr>
              <p:cNvSpPr/>
              <p:nvPr/>
            </p:nvSpPr>
            <p:spPr>
              <a:xfrm>
                <a:off x="7339483" y="2500012"/>
                <a:ext cx="1144253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Ankize Begnini</a:t>
                </a:r>
              </a:p>
            </p:txBody>
          </p:sp>
          <p:sp>
            <p:nvSpPr>
              <p:cNvPr id="135" name="Retângulo: Cantos Arredondados 134">
                <a:extLst>
                  <a:ext uri="{FF2B5EF4-FFF2-40B4-BE49-F238E27FC236}">
                    <a16:creationId xmlns:a16="http://schemas.microsoft.com/office/drawing/2014/main" id="{2CDEB072-DC0D-A4C7-8986-4C02F88B08A7}"/>
                  </a:ext>
                </a:extLst>
              </p:cNvPr>
              <p:cNvSpPr/>
              <p:nvPr/>
            </p:nvSpPr>
            <p:spPr>
              <a:xfrm>
                <a:off x="5980331" y="3706220"/>
                <a:ext cx="1137388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Rafael Mosmann</a:t>
                </a:r>
              </a:p>
            </p:txBody>
          </p:sp>
          <p:sp>
            <p:nvSpPr>
              <p:cNvPr id="136" name="Retângulo: Cantos Arredondados 135">
                <a:extLst>
                  <a:ext uri="{FF2B5EF4-FFF2-40B4-BE49-F238E27FC236}">
                    <a16:creationId xmlns:a16="http://schemas.microsoft.com/office/drawing/2014/main" id="{CC4AF08F-6345-E530-955E-E16CA3030B57}"/>
                  </a:ext>
                </a:extLst>
              </p:cNvPr>
              <p:cNvSpPr/>
              <p:nvPr/>
            </p:nvSpPr>
            <p:spPr>
              <a:xfrm>
                <a:off x="5980163" y="3102530"/>
                <a:ext cx="1137388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Dionatan Silva</a:t>
                </a:r>
              </a:p>
            </p:txBody>
          </p:sp>
          <p:sp>
            <p:nvSpPr>
              <p:cNvPr id="137" name="Retângulo: Cantos Arredondados 136">
                <a:extLst>
                  <a:ext uri="{FF2B5EF4-FFF2-40B4-BE49-F238E27FC236}">
                    <a16:creationId xmlns:a16="http://schemas.microsoft.com/office/drawing/2014/main" id="{1F039B11-BE13-EBD4-6469-F3378DC60FA9}"/>
                  </a:ext>
                </a:extLst>
              </p:cNvPr>
              <p:cNvSpPr/>
              <p:nvPr/>
            </p:nvSpPr>
            <p:spPr>
              <a:xfrm>
                <a:off x="7339619" y="3102530"/>
                <a:ext cx="1144117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Greice Heemann</a:t>
                </a:r>
              </a:p>
            </p:txBody>
          </p:sp>
          <p:pic>
            <p:nvPicPr>
              <p:cNvPr id="138" name="Imagem 137">
                <a:extLst>
                  <a:ext uri="{FF2B5EF4-FFF2-40B4-BE49-F238E27FC236}">
                    <a16:creationId xmlns:a16="http://schemas.microsoft.com/office/drawing/2014/main" id="{BB18EEC4-00D2-484A-7E41-E2FD1271E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5921775" y="2748188"/>
                <a:ext cx="277332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39" name="Imagem 138">
                <a:extLst>
                  <a:ext uri="{FF2B5EF4-FFF2-40B4-BE49-F238E27FC236}">
                    <a16:creationId xmlns:a16="http://schemas.microsoft.com/office/drawing/2014/main" id="{1E101EC6-5F5A-7322-1E94-816A52D62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alphaModFix/>
              </a:blip>
              <a:stretch>
                <a:fillRect/>
              </a:stretch>
            </p:blipFill>
            <p:spPr>
              <a:xfrm>
                <a:off x="5877721" y="3962989"/>
                <a:ext cx="305632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0" name="Imagem 139">
                <a:extLst>
                  <a:ext uri="{FF2B5EF4-FFF2-40B4-BE49-F238E27FC236}">
                    <a16:creationId xmlns:a16="http://schemas.microsoft.com/office/drawing/2014/main" id="{671551F4-7A57-C179-5DD3-8B1957217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alphaModFix/>
              </a:blip>
              <a:stretch>
                <a:fillRect/>
              </a:stretch>
            </p:blipFill>
            <p:spPr>
              <a:xfrm>
                <a:off x="8267112" y="2717172"/>
                <a:ext cx="310588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1" name="Imagem 140">
                <a:extLst>
                  <a:ext uri="{FF2B5EF4-FFF2-40B4-BE49-F238E27FC236}">
                    <a16:creationId xmlns:a16="http://schemas.microsoft.com/office/drawing/2014/main" id="{D7AFE024-23FB-B39E-4296-CD1FFCE89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alphaModFix/>
              </a:blip>
              <a:stretch>
                <a:fillRect/>
              </a:stretch>
            </p:blipFill>
            <p:spPr>
              <a:xfrm>
                <a:off x="7549736" y="2072745"/>
                <a:ext cx="293648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2" name="Imagem 141">
                <a:extLst>
                  <a:ext uri="{FF2B5EF4-FFF2-40B4-BE49-F238E27FC236}">
                    <a16:creationId xmlns:a16="http://schemas.microsoft.com/office/drawing/2014/main" id="{CDE9B179-C49D-B1E3-FE7E-846F258D8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alphaModFix/>
              </a:blip>
              <a:stretch>
                <a:fillRect/>
              </a:stretch>
            </p:blipFill>
            <p:spPr>
              <a:xfrm>
                <a:off x="5899351" y="3343446"/>
                <a:ext cx="299756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3" name="Imagem 142">
                <a:extLst>
                  <a:ext uri="{FF2B5EF4-FFF2-40B4-BE49-F238E27FC236}">
                    <a16:creationId xmlns:a16="http://schemas.microsoft.com/office/drawing/2014/main" id="{05002E35-E3E5-E06F-CC4F-14991844E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alphaModFix/>
              </a:blip>
              <a:stretch>
                <a:fillRect/>
              </a:stretch>
            </p:blipFill>
            <p:spPr>
              <a:xfrm>
                <a:off x="8272415" y="3292528"/>
                <a:ext cx="317388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cxnSp>
            <p:nvCxnSpPr>
              <p:cNvPr id="144" name="Conector: Angulado 143">
                <a:extLst>
                  <a:ext uri="{FF2B5EF4-FFF2-40B4-BE49-F238E27FC236}">
                    <a16:creationId xmlns:a16="http://schemas.microsoft.com/office/drawing/2014/main" id="{D55EDBB5-6201-6C48-48DD-53395B1B9EBB}"/>
                  </a:ext>
                </a:extLst>
              </p:cNvPr>
              <p:cNvCxnSpPr>
                <a:stCxn id="132" idx="2"/>
                <a:endCxn id="133" idx="3"/>
              </p:cNvCxnSpPr>
              <p:nvPr/>
            </p:nvCxnSpPr>
            <p:spPr>
              <a:xfrm rot="5400000">
                <a:off x="6973200" y="2501785"/>
                <a:ext cx="383659" cy="104332"/>
              </a:xfrm>
              <a:prstGeom prst="bentConnector2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5" name="Conector: Angulado 144">
                <a:extLst>
                  <a:ext uri="{FF2B5EF4-FFF2-40B4-BE49-F238E27FC236}">
                    <a16:creationId xmlns:a16="http://schemas.microsoft.com/office/drawing/2014/main" id="{79FE6DFB-5AFF-204A-7274-3D58BF75DC88}"/>
                  </a:ext>
                </a:extLst>
              </p:cNvPr>
              <p:cNvCxnSpPr>
                <a:stCxn id="132" idx="2"/>
                <a:endCxn id="134" idx="1"/>
              </p:cNvCxnSpPr>
              <p:nvPr/>
            </p:nvCxnSpPr>
            <p:spPr>
              <a:xfrm rot="16200000" flipH="1">
                <a:off x="7086510" y="2492807"/>
                <a:ext cx="383659" cy="122288"/>
              </a:xfrm>
              <a:prstGeom prst="bentConnector2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6" name="Conector: Angulado 145">
                <a:extLst>
                  <a:ext uri="{FF2B5EF4-FFF2-40B4-BE49-F238E27FC236}">
                    <a16:creationId xmlns:a16="http://schemas.microsoft.com/office/drawing/2014/main" id="{69A5D440-BAC2-EA29-9274-2752D6EAD5DF}"/>
                  </a:ext>
                </a:extLst>
              </p:cNvPr>
              <p:cNvCxnSpPr>
                <a:stCxn id="132" idx="2"/>
                <a:endCxn id="136" idx="3"/>
              </p:cNvCxnSpPr>
              <p:nvPr/>
            </p:nvCxnSpPr>
            <p:spPr>
              <a:xfrm rot="5400000">
                <a:off x="6674285" y="2805388"/>
                <a:ext cx="986177" cy="99644"/>
              </a:xfrm>
              <a:prstGeom prst="bentConnector2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7" name="Conector: Angulado 146">
                <a:extLst>
                  <a:ext uri="{FF2B5EF4-FFF2-40B4-BE49-F238E27FC236}">
                    <a16:creationId xmlns:a16="http://schemas.microsoft.com/office/drawing/2014/main" id="{BC14E230-066C-9F9E-0EBB-4584FB7E27B5}"/>
                  </a:ext>
                </a:extLst>
              </p:cNvPr>
              <p:cNvCxnSpPr>
                <a:stCxn id="132" idx="2"/>
                <a:endCxn id="137" idx="1"/>
              </p:cNvCxnSpPr>
              <p:nvPr/>
            </p:nvCxnSpPr>
            <p:spPr>
              <a:xfrm rot="16200000" flipH="1">
                <a:off x="6785319" y="2793998"/>
                <a:ext cx="986177" cy="122424"/>
              </a:xfrm>
              <a:prstGeom prst="bentConnector2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8" name="Conector: Angulado 147">
                <a:extLst>
                  <a:ext uri="{FF2B5EF4-FFF2-40B4-BE49-F238E27FC236}">
                    <a16:creationId xmlns:a16="http://schemas.microsoft.com/office/drawing/2014/main" id="{1ED90A33-58D2-9D56-57F0-C41DFAC692BA}"/>
                  </a:ext>
                </a:extLst>
              </p:cNvPr>
              <p:cNvCxnSpPr>
                <a:stCxn id="132" idx="2"/>
                <a:endCxn id="135" idx="3"/>
              </p:cNvCxnSpPr>
              <p:nvPr/>
            </p:nvCxnSpPr>
            <p:spPr>
              <a:xfrm rot="5400000">
                <a:off x="6372524" y="3107317"/>
                <a:ext cx="1589867" cy="99476"/>
              </a:xfrm>
              <a:prstGeom prst="bentConnector2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31" name="Conector reto 130">
              <a:extLst>
                <a:ext uri="{FF2B5EF4-FFF2-40B4-BE49-F238E27FC236}">
                  <a16:creationId xmlns:a16="http://schemas.microsoft.com/office/drawing/2014/main" id="{9E458F99-8B20-723B-9A54-FC48A5533114}"/>
                </a:ext>
              </a:extLst>
            </p:cNvPr>
            <p:cNvCxnSpPr>
              <a:cxnSpLocks/>
              <a:stCxn id="113" idx="0"/>
              <a:endCxn id="84" idx="2"/>
            </p:cNvCxnSpPr>
            <p:nvPr/>
          </p:nvCxnSpPr>
          <p:spPr>
            <a:xfrm flipV="1">
              <a:off x="752048" y="2983772"/>
              <a:ext cx="2706" cy="142962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" name="Rectangle 13">
            <a:extLst>
              <a:ext uri="{FF2B5EF4-FFF2-40B4-BE49-F238E27FC236}">
                <a16:creationId xmlns:a16="http://schemas.microsoft.com/office/drawing/2014/main" id="{278D26C4-A17C-DCEF-F7C1-FC675A3B03A7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421D5CBA-CE4D-FBE8-D9D8-EA0167DEF19A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E1FDC02-8514-2AC6-4A39-3DE062979FCF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3E1CB49C-2EA9-75C6-7B15-3CD26A2D1696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inal de Subtração 1">
            <a:extLst>
              <a:ext uri="{FF2B5EF4-FFF2-40B4-BE49-F238E27FC236}">
                <a16:creationId xmlns:a16="http://schemas.microsoft.com/office/drawing/2014/main" id="{EB27BD60-5CF1-E907-2355-506526493F17}"/>
              </a:ext>
            </a:extLst>
          </p:cNvPr>
          <p:cNvSpPr/>
          <p:nvPr/>
        </p:nvSpPr>
        <p:spPr>
          <a:xfrm flipV="1">
            <a:off x="365068" y="542847"/>
            <a:ext cx="498573" cy="240832"/>
          </a:xfrm>
          <a:prstGeom prst="mathMinus">
            <a:avLst/>
          </a:prstGeom>
          <a:solidFill>
            <a:srgbClr val="69B347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56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6164D-471E-FBA2-4BF2-C748C40F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1CE717-806E-75FB-6747-7B6CB914C6C0}"/>
              </a:ext>
            </a:extLst>
          </p:cNvPr>
          <p:cNvSpPr txBox="1"/>
          <p:nvPr/>
        </p:nvSpPr>
        <p:spPr>
          <a:xfrm>
            <a:off x="329421" y="195716"/>
            <a:ext cx="48502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chemeClr val="bg2">
                    <a:lumMod val="25000"/>
                  </a:schemeClr>
                </a:solidFill>
                <a:latin typeface="Exo 2.0" panose="00000500000000000000" pitchFamily="50" charset="0"/>
                <a:ea typeface="Exo 2 ExtraLight Italic" pitchFamily="34" charset="-122"/>
                <a:cs typeface="Exo 2 ExtraLight Italic" pitchFamily="34" charset="-120"/>
              </a:rPr>
              <a:t>Crenças</a:t>
            </a:r>
            <a:r>
              <a:rPr lang="pt-BR" sz="700" dirty="0">
                <a:solidFill>
                  <a:schemeClr val="bg2">
                    <a:lumMod val="25000"/>
                  </a:schemeClr>
                </a:solidFill>
                <a:latin typeface="Exo 2.0 Extra Bold"/>
                <a:ea typeface="Exo 2 ExtraLight Italic" pitchFamily="34" charset="-122"/>
                <a:cs typeface="Exo 2 ExtraLight Italic" pitchFamily="34" charset="-120"/>
              </a:rPr>
              <a:t> </a:t>
            </a:r>
            <a:endParaRPr lang="pt-BR" sz="675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4BBF9C5-53E3-B94B-F219-8A9A7EDA3099}"/>
              </a:ext>
            </a:extLst>
          </p:cNvPr>
          <p:cNvSpPr/>
          <p:nvPr/>
        </p:nvSpPr>
        <p:spPr>
          <a:xfrm>
            <a:off x="4056493" y="2580569"/>
            <a:ext cx="71327" cy="308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D8FD4EB-FCD5-7B7D-2042-2B03139B298F}"/>
              </a:ext>
            </a:extLst>
          </p:cNvPr>
          <p:cNvSpPr/>
          <p:nvPr/>
        </p:nvSpPr>
        <p:spPr>
          <a:xfrm>
            <a:off x="7207" y="192179"/>
            <a:ext cx="269168" cy="113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5081DDBB-2078-73FE-EB58-96DE02581F53}"/>
              </a:ext>
            </a:extLst>
          </p:cNvPr>
          <p:cNvSpPr/>
          <p:nvPr/>
        </p:nvSpPr>
        <p:spPr>
          <a:xfrm>
            <a:off x="470254" y="104315"/>
            <a:ext cx="1231332" cy="42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>
              <a:lnSpc>
                <a:spcPts val="3375"/>
              </a:lnSpc>
            </a:pPr>
            <a:r>
              <a:rPr lang="pt-BR" sz="2250" b="1" dirty="0">
                <a:solidFill>
                  <a:schemeClr val="bg2">
                    <a:lumMod val="25000"/>
                  </a:schemeClr>
                </a:solidFill>
                <a:latin typeface="Exo 2.0" panose="00000500000000000000" pitchFamily="50" charset="0"/>
                <a:ea typeface="Exo 2 ExtraLight Italic" pitchFamily="34" charset="-122"/>
                <a:cs typeface="Exo 2 ExtraLight Italic" pitchFamily="34" charset="-120"/>
              </a:rPr>
              <a:t>Nossas</a:t>
            </a:r>
            <a:endParaRPr lang="pt-BR" sz="4875" b="1" dirty="0">
              <a:solidFill>
                <a:schemeClr val="bg2">
                  <a:lumMod val="25000"/>
                </a:schemeClr>
              </a:solidFill>
              <a:latin typeface="Exo 2.0" panose="00000500000000000000" pitchFamily="50" charset="0"/>
            </a:endParaRPr>
          </a:p>
        </p:txBody>
      </p:sp>
      <p:grpSp>
        <p:nvGrpSpPr>
          <p:cNvPr id="13" name="Google Shape;265;p28">
            <a:extLst>
              <a:ext uri="{FF2B5EF4-FFF2-40B4-BE49-F238E27FC236}">
                <a16:creationId xmlns:a16="http://schemas.microsoft.com/office/drawing/2014/main" id="{822A888C-322A-C5FE-AD88-ABA61260C396}"/>
              </a:ext>
            </a:extLst>
          </p:cNvPr>
          <p:cNvGrpSpPr/>
          <p:nvPr/>
        </p:nvGrpSpPr>
        <p:grpSpPr>
          <a:xfrm>
            <a:off x="329422" y="2364230"/>
            <a:ext cx="6210977" cy="1384500"/>
            <a:chOff x="436100" y="2255979"/>
            <a:chExt cx="6210977" cy="1384500"/>
          </a:xfrm>
        </p:grpSpPr>
        <p:cxnSp>
          <p:nvCxnSpPr>
            <p:cNvPr id="14" name="Google Shape;266;p28">
              <a:extLst>
                <a:ext uri="{FF2B5EF4-FFF2-40B4-BE49-F238E27FC236}">
                  <a16:creationId xmlns:a16="http://schemas.microsoft.com/office/drawing/2014/main" id="{756AED1F-1E8F-FA11-0B65-BD097441DF38}"/>
                </a:ext>
              </a:extLst>
            </p:cNvPr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" name="Google Shape;267;p28">
              <a:extLst>
                <a:ext uri="{FF2B5EF4-FFF2-40B4-BE49-F238E27FC236}">
                  <a16:creationId xmlns:a16="http://schemas.microsoft.com/office/drawing/2014/main" id="{1644FD6D-E4D7-F579-C463-89739451521B}"/>
                </a:ext>
              </a:extLst>
            </p:cNvPr>
            <p:cNvSpPr txBox="1"/>
            <p:nvPr/>
          </p:nvSpPr>
          <p:spPr>
            <a:xfrm>
              <a:off x="436100" y="2255979"/>
              <a:ext cx="2260192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Gestão ativa pode gerar retornos superiores no longo prazo</a:t>
              </a:r>
            </a:p>
            <a:p>
              <a:endParaRPr lang="pt-BR" sz="5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Os ativos por vezes não estão precificados ao redor do valor justo,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gerando oportunidades 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para obtenção de retornos superiores por profissionais qualificados.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Buscamos incessantemente estas assimetrias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nos diversos mercados em que atuamos.</a:t>
              </a:r>
              <a:endParaRPr sz="675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7" name="Google Shape;268;p28">
              <a:extLst>
                <a:ext uri="{FF2B5EF4-FFF2-40B4-BE49-F238E27FC236}">
                  <a16:creationId xmlns:a16="http://schemas.microsoft.com/office/drawing/2014/main" id="{F9EAE867-5D57-0113-1D37-27FE699599BC}"/>
                </a:ext>
              </a:extLst>
            </p:cNvPr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1" name="Google Shape;269;p28">
              <a:extLst>
                <a:ext uri="{FF2B5EF4-FFF2-40B4-BE49-F238E27FC236}">
                  <a16:creationId xmlns:a16="http://schemas.microsoft.com/office/drawing/2014/main" id="{379C0050-CF4B-25EE-EAB3-59E33BA037AE}"/>
                </a:ext>
              </a:extLst>
            </p:cNvPr>
            <p:cNvSpPr txBox="1"/>
            <p:nvPr/>
          </p:nvSpPr>
          <p:spPr>
            <a:xfrm>
              <a:off x="6399577" y="3161902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" sz="800" b="1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3</a:t>
              </a:r>
              <a:endParaRPr sz="8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22" name="Google Shape;270;p28">
            <a:extLst>
              <a:ext uri="{FF2B5EF4-FFF2-40B4-BE49-F238E27FC236}">
                <a16:creationId xmlns:a16="http://schemas.microsoft.com/office/drawing/2014/main" id="{6A1BE13B-A62C-127D-D151-CEF264F31FEB}"/>
              </a:ext>
            </a:extLst>
          </p:cNvPr>
          <p:cNvGrpSpPr/>
          <p:nvPr/>
        </p:nvGrpSpPr>
        <p:grpSpPr>
          <a:xfrm>
            <a:off x="4801420" y="1043768"/>
            <a:ext cx="4220660" cy="1384500"/>
            <a:chOff x="4908100" y="900207"/>
            <a:chExt cx="4220660" cy="1384500"/>
          </a:xfrm>
        </p:grpSpPr>
        <p:cxnSp>
          <p:nvCxnSpPr>
            <p:cNvPr id="23" name="Google Shape;271;p28">
              <a:extLst>
                <a:ext uri="{FF2B5EF4-FFF2-40B4-BE49-F238E27FC236}">
                  <a16:creationId xmlns:a16="http://schemas.microsoft.com/office/drawing/2014/main" id="{37021298-113B-F33C-C7E6-84B436BA5B7A}"/>
                </a:ext>
              </a:extLst>
            </p:cNvPr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w="9525" cap="flat" cmpd="sng">
              <a:solidFill>
                <a:srgbClr val="383E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" name="Google Shape;272;p28">
              <a:extLst>
                <a:ext uri="{FF2B5EF4-FFF2-40B4-BE49-F238E27FC236}">
                  <a16:creationId xmlns:a16="http://schemas.microsoft.com/office/drawing/2014/main" id="{1D9C4DE8-B48C-0622-4372-457C612A75B4}"/>
                </a:ext>
              </a:extLst>
            </p:cNvPr>
            <p:cNvSpPr txBox="1"/>
            <p:nvPr/>
          </p:nvSpPr>
          <p:spPr>
            <a:xfrm>
              <a:off x="6826180" y="900207"/>
              <a:ext cx="230258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Gerenciar riscos é fundamental</a:t>
              </a:r>
            </a:p>
            <a:p>
              <a:endParaRPr sz="5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>
                <a:spcAft>
                  <a:spcPts val="1600"/>
                </a:spcAft>
              </a:pP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Entender as características de risco 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das diferentes classes de ativos é necessário para que possamos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atingir os objetivos 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 retorno dos fundos que gerimos. Identificamos 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mensuramos os riscos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, aceitando apenas aqueles que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não podem ser diversificados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e que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remunerem os investidores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de forma adequada.</a:t>
              </a:r>
              <a:endParaRPr sz="675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5" name="Google Shape;273;p28">
              <a:extLst>
                <a:ext uri="{FF2B5EF4-FFF2-40B4-BE49-F238E27FC236}">
                  <a16:creationId xmlns:a16="http://schemas.microsoft.com/office/drawing/2014/main" id="{340F4C20-A1EE-4FE1-524C-A1E1F3D07E32}"/>
                </a:ext>
              </a:extLst>
            </p:cNvPr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383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" name="Google Shape;274;p28">
              <a:extLst>
                <a:ext uri="{FF2B5EF4-FFF2-40B4-BE49-F238E27FC236}">
                  <a16:creationId xmlns:a16="http://schemas.microsoft.com/office/drawing/2014/main" id="{7798F224-7642-3554-8233-94E3D83DD7A0}"/>
                </a:ext>
              </a:extLst>
            </p:cNvPr>
            <p:cNvSpPr txBox="1"/>
            <p:nvPr/>
          </p:nvSpPr>
          <p:spPr>
            <a:xfrm>
              <a:off x="6407655" y="143930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" sz="800" b="1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1</a:t>
              </a:r>
              <a:endParaRPr sz="8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27" name="Google Shape;275;p28">
            <a:extLst>
              <a:ext uri="{FF2B5EF4-FFF2-40B4-BE49-F238E27FC236}">
                <a16:creationId xmlns:a16="http://schemas.microsoft.com/office/drawing/2014/main" id="{0350DF43-10A4-3B57-5B61-20A25367A6A5}"/>
              </a:ext>
            </a:extLst>
          </p:cNvPr>
          <p:cNvGrpSpPr/>
          <p:nvPr/>
        </p:nvGrpSpPr>
        <p:grpSpPr>
          <a:xfrm>
            <a:off x="2707916" y="1241718"/>
            <a:ext cx="3514811" cy="3252002"/>
            <a:chOff x="2991269" y="1153325"/>
            <a:chExt cx="3514811" cy="3252002"/>
          </a:xfrm>
        </p:grpSpPr>
        <p:sp>
          <p:nvSpPr>
            <p:cNvPr id="28" name="Google Shape;276;p28">
              <a:extLst>
                <a:ext uri="{FF2B5EF4-FFF2-40B4-BE49-F238E27FC236}">
                  <a16:creationId xmlns:a16="http://schemas.microsoft.com/office/drawing/2014/main" id="{8E391642-2B16-C391-9BB2-FDD55D1E1AC4}"/>
                </a:ext>
              </a:extLst>
            </p:cNvPr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29" name="Google Shape;277;p28">
              <a:extLst>
                <a:ext uri="{FF2B5EF4-FFF2-40B4-BE49-F238E27FC236}">
                  <a16:creationId xmlns:a16="http://schemas.microsoft.com/office/drawing/2014/main" id="{EE13B2DE-B8FF-55C6-AC44-F87625951B77}"/>
                </a:ext>
              </a:extLst>
            </p:cNvPr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0" name="Google Shape;278;p28">
              <a:extLst>
                <a:ext uri="{FF2B5EF4-FFF2-40B4-BE49-F238E27FC236}">
                  <a16:creationId xmlns:a16="http://schemas.microsoft.com/office/drawing/2014/main" id="{764B5ECF-C1D1-31C7-A6EF-6E1FBDE98BA8}"/>
                </a:ext>
              </a:extLst>
            </p:cNvPr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1" name="Google Shape;279;p28">
              <a:extLst>
                <a:ext uri="{FF2B5EF4-FFF2-40B4-BE49-F238E27FC236}">
                  <a16:creationId xmlns:a16="http://schemas.microsoft.com/office/drawing/2014/main" id="{E2D7AC84-91DE-83E3-A8A5-FB092AFE6BC3}"/>
                </a:ext>
              </a:extLst>
            </p:cNvPr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3" name="Google Shape;280;p28">
              <a:extLst>
                <a:ext uri="{FF2B5EF4-FFF2-40B4-BE49-F238E27FC236}">
                  <a16:creationId xmlns:a16="http://schemas.microsoft.com/office/drawing/2014/main" id="{DE692C50-71D4-76F2-4A80-D1F14E17B3BA}"/>
                </a:ext>
              </a:extLst>
            </p:cNvPr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4" name="Google Shape;281;p28">
              <a:extLst>
                <a:ext uri="{FF2B5EF4-FFF2-40B4-BE49-F238E27FC236}">
                  <a16:creationId xmlns:a16="http://schemas.microsoft.com/office/drawing/2014/main" id="{FEE6AB05-FA93-2ABA-DE01-BAB5E6046F28}"/>
                </a:ext>
              </a:extLst>
            </p:cNvPr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5" name="Google Shape;282;p28">
              <a:extLst>
                <a:ext uri="{FF2B5EF4-FFF2-40B4-BE49-F238E27FC236}">
                  <a16:creationId xmlns:a16="http://schemas.microsoft.com/office/drawing/2014/main" id="{8EE97142-0033-87CF-5044-5468E9FA4471}"/>
                </a:ext>
              </a:extLst>
            </p:cNvPr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36" name="Google Shape;283;p28">
              <a:extLst>
                <a:ext uri="{FF2B5EF4-FFF2-40B4-BE49-F238E27FC236}">
                  <a16:creationId xmlns:a16="http://schemas.microsoft.com/office/drawing/2014/main" id="{E24C9263-26D3-8AEE-4D05-E7C276F187C4}"/>
                </a:ext>
              </a:extLst>
            </p:cNvPr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/>
            <a:lstStyle/>
            <a:p>
              <a:endParaRPr lang="pt-BR" sz="1800"/>
            </a:p>
          </p:txBody>
        </p:sp>
      </p:grpSp>
      <p:grpSp>
        <p:nvGrpSpPr>
          <p:cNvPr id="37" name="Google Shape;284;p28">
            <a:extLst>
              <a:ext uri="{FF2B5EF4-FFF2-40B4-BE49-F238E27FC236}">
                <a16:creationId xmlns:a16="http://schemas.microsoft.com/office/drawing/2014/main" id="{25851CCB-F3EB-435F-6BCA-C3CDC2AAB0AD}"/>
              </a:ext>
            </a:extLst>
          </p:cNvPr>
          <p:cNvGrpSpPr/>
          <p:nvPr/>
        </p:nvGrpSpPr>
        <p:grpSpPr>
          <a:xfrm>
            <a:off x="2518837" y="2497660"/>
            <a:ext cx="6210209" cy="1818898"/>
            <a:chOff x="2621281" y="2571664"/>
            <a:chExt cx="6210211" cy="1818895"/>
          </a:xfrm>
        </p:grpSpPr>
        <p:sp>
          <p:nvSpPr>
            <p:cNvPr id="38" name="Google Shape;285;p28">
              <a:extLst>
                <a:ext uri="{FF2B5EF4-FFF2-40B4-BE49-F238E27FC236}">
                  <a16:creationId xmlns:a16="http://schemas.microsoft.com/office/drawing/2014/main" id="{8E169DCF-8B88-083C-B63F-54781AA7129B}"/>
                </a:ext>
              </a:extLst>
            </p:cNvPr>
            <p:cNvSpPr txBox="1"/>
            <p:nvPr/>
          </p:nvSpPr>
          <p:spPr>
            <a:xfrm>
              <a:off x="6821945" y="3006059"/>
              <a:ext cx="2009547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Enfatizamos a consistência dos resultados</a:t>
              </a:r>
            </a:p>
            <a:p>
              <a:endParaRPr sz="5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>
                <a:spcAft>
                  <a:spcPts val="1600"/>
                </a:spcAft>
              </a:pP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Construímos portfólios que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buscam performar em diferentes ambientes de mercado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, suportados por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robustas análises macroeconômicas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e fundamentalistas. Integramos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aspectos ambientais, sociais e de governança (ESG)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no processo de investimentos, contribuindo com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resultados sólidos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no longo prazo.</a:t>
              </a:r>
              <a:endParaRPr sz="675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cxnSp>
          <p:nvCxnSpPr>
            <p:cNvPr id="39" name="Google Shape;286;p28">
              <a:extLst>
                <a:ext uri="{FF2B5EF4-FFF2-40B4-BE49-F238E27FC236}">
                  <a16:creationId xmlns:a16="http://schemas.microsoft.com/office/drawing/2014/main" id="{BEFCE9BF-448D-1A72-105B-F80EE04B14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2052" y="2727570"/>
              <a:ext cx="1824555" cy="0"/>
            </a:xfrm>
            <a:prstGeom prst="straightConnector1">
              <a:avLst/>
            </a:prstGeom>
            <a:noFill/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" name="Google Shape;287;p28">
              <a:extLst>
                <a:ext uri="{FF2B5EF4-FFF2-40B4-BE49-F238E27FC236}">
                  <a16:creationId xmlns:a16="http://schemas.microsoft.com/office/drawing/2014/main" id="{BDFD16DA-071D-8F8B-B0C4-BE0F7E20188E}"/>
                </a:ext>
              </a:extLst>
            </p:cNvPr>
            <p:cNvSpPr/>
            <p:nvPr/>
          </p:nvSpPr>
          <p:spPr>
            <a:xfrm>
              <a:off x="2637804" y="2626988"/>
              <a:ext cx="198600" cy="1983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" name="Google Shape;288;p28">
              <a:extLst>
                <a:ext uri="{FF2B5EF4-FFF2-40B4-BE49-F238E27FC236}">
                  <a16:creationId xmlns:a16="http://schemas.microsoft.com/office/drawing/2014/main" id="{DF124B9E-48BE-E9F4-2441-B1E3868236D3}"/>
                </a:ext>
              </a:extLst>
            </p:cNvPr>
            <p:cNvSpPr txBox="1"/>
            <p:nvPr/>
          </p:nvSpPr>
          <p:spPr>
            <a:xfrm>
              <a:off x="2621281" y="257166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" sz="800" b="1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2</a:t>
              </a:r>
              <a:endParaRPr sz="8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4" name="Sinal de Subtração 3">
            <a:extLst>
              <a:ext uri="{FF2B5EF4-FFF2-40B4-BE49-F238E27FC236}">
                <a16:creationId xmlns:a16="http://schemas.microsoft.com/office/drawing/2014/main" id="{D44F9D17-F2DC-4949-B971-D8192563519B}"/>
              </a:ext>
            </a:extLst>
          </p:cNvPr>
          <p:cNvSpPr/>
          <p:nvPr/>
        </p:nvSpPr>
        <p:spPr>
          <a:xfrm>
            <a:off x="441529" y="1619352"/>
            <a:ext cx="475607" cy="299919"/>
          </a:xfrm>
          <a:prstGeom prst="mathMinus">
            <a:avLst/>
          </a:prstGeom>
          <a:solidFill>
            <a:srgbClr val="3FA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Object3">
            <a:extLst>
              <a:ext uri="{FF2B5EF4-FFF2-40B4-BE49-F238E27FC236}">
                <a16:creationId xmlns:a16="http://schemas.microsoft.com/office/drawing/2014/main" id="{6F0192EE-0D75-E435-87B3-065043F99315}"/>
              </a:ext>
            </a:extLst>
          </p:cNvPr>
          <p:cNvSpPr/>
          <p:nvPr/>
        </p:nvSpPr>
        <p:spPr>
          <a:xfrm>
            <a:off x="470254" y="1269621"/>
            <a:ext cx="1593497" cy="42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>
              <a:lnSpc>
                <a:spcPts val="3375"/>
              </a:lnSpc>
            </a:pPr>
            <a:r>
              <a:rPr lang="pt-BR" sz="2250" b="1" dirty="0">
                <a:solidFill>
                  <a:schemeClr val="bg2">
                    <a:lumMod val="25000"/>
                  </a:schemeClr>
                </a:solidFill>
                <a:latin typeface="Exo 2.0" panose="00000500000000000000" pitchFamily="50" charset="0"/>
                <a:ea typeface="Exo 2 ExtraLight Italic" pitchFamily="34" charset="-122"/>
              </a:rPr>
              <a:t>ao investir</a:t>
            </a:r>
            <a:endParaRPr lang="pt-BR" sz="4875" b="1" dirty="0">
              <a:solidFill>
                <a:schemeClr val="bg2">
                  <a:lumMod val="25000"/>
                </a:schemeClr>
              </a:solidFill>
              <a:latin typeface="Exo 2.0" panose="00000500000000000000" pitchFamily="50" charset="0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B9464B6-4A9B-BFDB-95ED-3B5DE02E7E7D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D2316111-8BA9-07F1-60A2-6E57017E146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A10D357-C874-8EAD-3360-A21E2B98D50B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2D5067F8-DA53-1B37-28B1-B3D2B1FDCB35}"/>
              </a:ext>
            </a:extLst>
          </p:cNvPr>
          <p:cNvSpPr/>
          <p:nvPr/>
        </p:nvSpPr>
        <p:spPr>
          <a:xfrm>
            <a:off x="7437758" y="4820420"/>
            <a:ext cx="156600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55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7">
            <a:extLst>
              <a:ext uri="{FF2B5EF4-FFF2-40B4-BE49-F238E27FC236}">
                <a16:creationId xmlns:a16="http://schemas.microsoft.com/office/drawing/2014/main" id="{690531E6-81BA-38DC-4B53-EB57AEFCEADD}"/>
              </a:ext>
            </a:extLst>
          </p:cNvPr>
          <p:cNvSpPr/>
          <p:nvPr/>
        </p:nvSpPr>
        <p:spPr>
          <a:xfrm>
            <a:off x="421308" y="480632"/>
            <a:ext cx="816490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endParaRPr lang="pt-BR" sz="2100">
              <a:solidFill>
                <a:srgbClr val="323C32"/>
              </a:solidFill>
              <a:latin typeface="Exo 2 Light Italic" pitchFamily="34" charset="0"/>
              <a:ea typeface="Exo 2 Light Italic" pitchFamily="34" charset="-122"/>
              <a:cs typeface="Exo 2 Light Italic" pitchFamily="34" charset="-120"/>
            </a:endParaRPr>
          </a:p>
        </p:txBody>
      </p:sp>
      <p:graphicFrame>
        <p:nvGraphicFramePr>
          <p:cNvPr id="3" name="Diagrama 8">
            <a:extLst>
              <a:ext uri="{FF2B5EF4-FFF2-40B4-BE49-F238E27FC236}">
                <a16:creationId xmlns:a16="http://schemas.microsoft.com/office/drawing/2014/main" id="{5037624B-0670-2EF8-8DD8-0FA03C787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418849"/>
              </p:ext>
            </p:extLst>
          </p:nvPr>
        </p:nvGraphicFramePr>
        <p:xfrm>
          <a:off x="1981202" y="938098"/>
          <a:ext cx="5181597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Object7">
            <a:extLst>
              <a:ext uri="{FF2B5EF4-FFF2-40B4-BE49-F238E27FC236}">
                <a16:creationId xmlns:a16="http://schemas.microsoft.com/office/drawing/2014/main" id="{B15E097F-C69A-3035-6DEB-B8D17017C4CF}"/>
              </a:ext>
            </a:extLst>
          </p:cNvPr>
          <p:cNvSpPr/>
          <p:nvPr/>
        </p:nvSpPr>
        <p:spPr>
          <a:xfrm>
            <a:off x="421308" y="480632"/>
            <a:ext cx="816490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Processo de Investimentos</a:t>
            </a:r>
          </a:p>
        </p:txBody>
      </p:sp>
      <p:pic>
        <p:nvPicPr>
          <p:cNvPr id="24" name="Object 4" descr="preencoded.png">
            <a:extLst>
              <a:ext uri="{FF2B5EF4-FFF2-40B4-BE49-F238E27FC236}">
                <a16:creationId xmlns:a16="http://schemas.microsoft.com/office/drawing/2014/main" id="{9EA7DE38-CBB3-FCA2-F2D2-ECC15A82C0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85750" y="362331"/>
            <a:ext cx="381000" cy="381000"/>
          </a:xfrm>
          <a:prstGeom prst="rect">
            <a:avLst/>
          </a:prstGeom>
        </p:spPr>
      </p:pic>
      <p:graphicFrame>
        <p:nvGraphicFramePr>
          <p:cNvPr id="25" name="Diagrama 3">
            <a:extLst>
              <a:ext uri="{FF2B5EF4-FFF2-40B4-BE49-F238E27FC236}">
                <a16:creationId xmlns:a16="http://schemas.microsoft.com/office/drawing/2014/main" id="{58E59566-9913-1769-FB66-E28EBE5A4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877754"/>
              </p:ext>
            </p:extLst>
          </p:nvPr>
        </p:nvGraphicFramePr>
        <p:xfrm>
          <a:off x="6441793" y="3552059"/>
          <a:ext cx="2280900" cy="950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75A97C78-ECB2-EC69-F3A8-6983426BC7E9}"/>
              </a:ext>
            </a:extLst>
          </p:cNvPr>
          <p:cNvGrpSpPr/>
          <p:nvPr/>
        </p:nvGrpSpPr>
        <p:grpSpPr>
          <a:xfrm>
            <a:off x="6190631" y="3928653"/>
            <a:ext cx="168547" cy="197169"/>
            <a:chOff x="1749823" y="753188"/>
            <a:chExt cx="337094" cy="394337"/>
          </a:xfrm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4F15BE4B-1BD8-779E-A198-49ED27E44B32}"/>
                </a:ext>
              </a:extLst>
            </p:cNvPr>
            <p:cNvSpPr/>
            <p:nvPr/>
          </p:nvSpPr>
          <p:spPr>
            <a:xfrm>
              <a:off x="1749823" y="753188"/>
              <a:ext cx="337094" cy="39433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3">
                <a:shade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shade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sz="675"/>
            </a:p>
          </p:txBody>
        </p:sp>
        <p:sp>
          <p:nvSpPr>
            <p:cNvPr id="31" name="Arrow: Right 4">
              <a:extLst>
                <a:ext uri="{FF2B5EF4-FFF2-40B4-BE49-F238E27FC236}">
                  <a16:creationId xmlns:a16="http://schemas.microsoft.com/office/drawing/2014/main" id="{C65DC7EC-7864-04E4-DF27-DC32D3135524}"/>
                </a:ext>
              </a:extLst>
            </p:cNvPr>
            <p:cNvSpPr txBox="1"/>
            <p:nvPr/>
          </p:nvSpPr>
          <p:spPr>
            <a:xfrm>
              <a:off x="1749823" y="832055"/>
              <a:ext cx="235966" cy="2366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23336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525" i="1">
                <a:solidFill>
                  <a:schemeClr val="tx2">
                    <a:lumMod val="50000"/>
                  </a:schemeClr>
                </a:solidFill>
                <a:latin typeface="Exo 2.0" panose="00000500000000000000" pitchFamily="50" charset="0"/>
              </a:endParaRPr>
            </a:p>
          </p:txBody>
        </p:sp>
      </p:grpSp>
      <p:sp>
        <p:nvSpPr>
          <p:cNvPr id="6" name="Rectangle 13">
            <a:extLst>
              <a:ext uri="{FF2B5EF4-FFF2-40B4-BE49-F238E27FC236}">
                <a16:creationId xmlns:a16="http://schemas.microsoft.com/office/drawing/2014/main" id="{4118C67F-6B9C-8106-8D2F-B9A030C15991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B2461168-B472-5A51-808B-F0C59F58F866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7550DAA-1C11-88FA-AF84-E150DEC7309D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5FEEBDD1-DD9F-E05B-0088-F76072F07C2F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94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89E39E0-21DD-4CCD-A2D2-A7E69E6CF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F89E39E0-21DD-4CCD-A2D2-A7E69E6CF7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D9B570-40AD-4FF0-907E-C5C0E55FBB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BBD9B570-40AD-4FF0-907E-C5C0E55FBB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D379F12-A51A-4838-8031-55CDE6F3C1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6D379F12-A51A-4838-8031-55CDE6F3C1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7D0BE3E-73F8-4C5E-A6E6-EDD799A9E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17D0BE3E-73F8-4C5E-A6E6-EDD799A9EF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CE3189-8C3D-4EAC-8AB1-1BE4E58E9A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10CE3189-8C3D-4EAC-8AB1-1BE4E58E9A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AEBB5A-4263-42C5-AEE1-B5E00520BB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74AEBB5A-4263-42C5-AEE1-B5E00520BB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Graphic spid="2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8125" y="404813"/>
            <a:ext cx="381000" cy="3810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76250" y="566739"/>
            <a:ext cx="77658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1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Comitês</a:t>
            </a:r>
            <a:endParaRPr lang="en-US" sz="2100" b="1" i="1" dirty="0">
              <a:solidFill>
                <a:srgbClr val="0A4B1E"/>
              </a:solidFill>
              <a:latin typeface="Exo 2.0" panose="00000500000000000000" pitchFamily="50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253859-39F1-4149-8909-8E7E4EBA9222}"/>
              </a:ext>
            </a:extLst>
          </p:cNvPr>
          <p:cNvSpPr/>
          <p:nvPr/>
        </p:nvSpPr>
        <p:spPr>
          <a:xfrm>
            <a:off x="2020811" y="968883"/>
            <a:ext cx="100611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8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096481E-CDBE-4332-AAC3-C7ABFBA30EFB}"/>
              </a:ext>
            </a:extLst>
          </p:cNvPr>
          <p:cNvSpPr/>
          <p:nvPr/>
        </p:nvSpPr>
        <p:spPr>
          <a:xfrm>
            <a:off x="4676405" y="1551678"/>
            <a:ext cx="1984329" cy="308769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de Crédito Privado concede os limites que podem ser operados em cada emissor.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Prazo Máximo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Volume Máximo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Concentração Máxima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4E73C8EF-1DC9-499B-83C0-006E86E73D51}"/>
              </a:ext>
            </a:extLst>
          </p:cNvPr>
          <p:cNvSpPr/>
          <p:nvPr/>
        </p:nvSpPr>
        <p:spPr>
          <a:xfrm>
            <a:off x="2441168" y="1551678"/>
            <a:ext cx="1984329" cy="308769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de Riscos e Compliance define os limites de risco VaR e Stress dos fundos e carteiras.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Desenquadramentos de risco de MTM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Desenquadramentos de regulamento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15583A3F-C33B-499A-A87D-1F0C86200208}"/>
              </a:ext>
            </a:extLst>
          </p:cNvPr>
          <p:cNvSpPr/>
          <p:nvPr/>
        </p:nvSpPr>
        <p:spPr>
          <a:xfrm>
            <a:off x="2443132" y="959478"/>
            <a:ext cx="1982365" cy="535752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76B2ADF0-1300-4EC2-A58D-4332462733D0}"/>
              </a:ext>
            </a:extLst>
          </p:cNvPr>
          <p:cNvSpPr/>
          <p:nvPr/>
        </p:nvSpPr>
        <p:spPr>
          <a:xfrm>
            <a:off x="4657355" y="959479"/>
            <a:ext cx="2003379" cy="535751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E5D9B89-7F2B-4379-93A6-D2FCAAE1B451}"/>
              </a:ext>
            </a:extLst>
          </p:cNvPr>
          <p:cNvSpPr txBox="1"/>
          <p:nvPr/>
        </p:nvSpPr>
        <p:spPr>
          <a:xfrm>
            <a:off x="3083181" y="1019057"/>
            <a:ext cx="1624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RISCOS E</a:t>
            </a:r>
            <a:br>
              <a:rPr lang="pt-BR" sz="1200" dirty="0">
                <a:solidFill>
                  <a:srgbClr val="FFFFFF"/>
                </a:solidFill>
                <a:latin typeface="Nunito Black" pitchFamily="2" charset="0"/>
              </a:rPr>
            </a:b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COMPLIANCE</a:t>
            </a: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3F8BD90D-2561-4C48-81CE-DD4CB5A46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427" y="833153"/>
            <a:ext cx="646513" cy="783660"/>
          </a:xfrm>
          <a:prstGeom prst="rect">
            <a:avLst/>
          </a:prstGeom>
        </p:spPr>
      </p:pic>
      <p:sp>
        <p:nvSpPr>
          <p:cNvPr id="66" name="Retângulo 65">
            <a:extLst>
              <a:ext uri="{FF2B5EF4-FFF2-40B4-BE49-F238E27FC236}">
                <a16:creationId xmlns:a16="http://schemas.microsoft.com/office/drawing/2014/main" id="{9284CFAE-12AC-4341-9E15-981ADEAE11F4}"/>
              </a:ext>
            </a:extLst>
          </p:cNvPr>
          <p:cNvSpPr/>
          <p:nvPr/>
        </p:nvSpPr>
        <p:spPr>
          <a:xfrm>
            <a:off x="234962" y="969983"/>
            <a:ext cx="1984329" cy="535750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FF6D8A29-0BBD-4B65-8649-723C446BDEFC}"/>
              </a:ext>
            </a:extLst>
          </p:cNvPr>
          <p:cNvSpPr/>
          <p:nvPr/>
        </p:nvSpPr>
        <p:spPr>
          <a:xfrm>
            <a:off x="227124" y="1537689"/>
            <a:ext cx="1984328" cy="310168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de Gestão ratifica as tomadas de decisão realizadas pela gestora no último mês e define as diretrizes de alocação para o mês seguinte.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Targets e Stops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184ED1-F3E2-D9A6-C732-D3E9EF07E647}"/>
              </a:ext>
            </a:extLst>
          </p:cNvPr>
          <p:cNvSpPr txBox="1"/>
          <p:nvPr/>
        </p:nvSpPr>
        <p:spPr>
          <a:xfrm>
            <a:off x="965432" y="1029333"/>
            <a:ext cx="1387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GESTÃO DE</a:t>
            </a:r>
          </a:p>
          <a:p>
            <a:pPr>
              <a:defRPr/>
            </a:pP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RECURSOS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3404D2-8976-D22C-9500-4EE1B917C4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78" y="876287"/>
            <a:ext cx="764207" cy="72978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CB94971-9748-0B67-1355-3664DA581F59}"/>
              </a:ext>
            </a:extLst>
          </p:cNvPr>
          <p:cNvSpPr txBox="1"/>
          <p:nvPr/>
        </p:nvSpPr>
        <p:spPr>
          <a:xfrm>
            <a:off x="5471245" y="1026153"/>
            <a:ext cx="111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  <a:t>CRÉDITO</a:t>
            </a:r>
            <a:b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</a:br>
            <a: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  <a:t>PRIVADO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C732933-E85B-ABA1-7063-D92F11AE54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547" y="847029"/>
            <a:ext cx="817262" cy="781745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209A190-F7DA-AD48-97EC-DBFF9F2255D3}"/>
              </a:ext>
            </a:extLst>
          </p:cNvPr>
          <p:cNvSpPr/>
          <p:nvPr/>
        </p:nvSpPr>
        <p:spPr>
          <a:xfrm>
            <a:off x="6932548" y="1560087"/>
            <a:ext cx="1984329" cy="308769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ESG os processos internos da gestora, buscando adequá-los à estratégia de sustentabilidade do Sicredi. 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Além disso, revisamos as empresas nas quais aplicamos, com base na metodologia ESG da gestora.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E88E7E3-ADF9-BFEA-025F-535A53DF82B9}"/>
              </a:ext>
            </a:extLst>
          </p:cNvPr>
          <p:cNvSpPr/>
          <p:nvPr/>
        </p:nvSpPr>
        <p:spPr>
          <a:xfrm>
            <a:off x="6913498" y="967888"/>
            <a:ext cx="2003379" cy="535751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ED5F08-74AF-2C61-92E0-9052536C0C2F}"/>
              </a:ext>
            </a:extLst>
          </p:cNvPr>
          <p:cNvSpPr txBox="1"/>
          <p:nvPr/>
        </p:nvSpPr>
        <p:spPr>
          <a:xfrm>
            <a:off x="7601074" y="1111389"/>
            <a:ext cx="1117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  <a:t>ESG</a:t>
            </a:r>
          </a:p>
        </p:txBody>
      </p:sp>
      <p:pic>
        <p:nvPicPr>
          <p:cNvPr id="19" name="Imagem 18" descr="Desenho de um círculo&#10;&#10;Descrição gerada automaticamente com confiança média">
            <a:extLst>
              <a:ext uri="{FF2B5EF4-FFF2-40B4-BE49-F238E27FC236}">
                <a16:creationId xmlns:a16="http://schemas.microsoft.com/office/drawing/2014/main" id="{777F69F5-F686-5353-BF48-25DDE22A53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333" y="960083"/>
            <a:ext cx="562488" cy="562488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484CAA37-0FD5-CAD8-68DB-C463F2209D23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59EBCA6F-7575-D4EB-0876-A83AC2A3D6D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60C3F9A-BBBE-7170-7AE1-C13A0976D65D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4F8794B0-16A9-CAB4-A5F2-A1CF77108EA8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61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3715A06F-FC92-4C1D-9F84-7CB4E7680C73}"/>
              </a:ext>
            </a:extLst>
          </p:cNvPr>
          <p:cNvSpPr txBox="1"/>
          <p:nvPr/>
        </p:nvSpPr>
        <p:spPr>
          <a:xfrm>
            <a:off x="3560083" y="4872791"/>
            <a:ext cx="2251170" cy="2482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sz="1013"/>
          </a:p>
        </p:txBody>
      </p:sp>
      <p:pic>
        <p:nvPicPr>
          <p:cNvPr id="4" name="Imagem 3" descr="Homem de camisa branca&#10;&#10;Descrição gerada automaticamente com confiança baixa">
            <a:extLst>
              <a:ext uri="{FF2B5EF4-FFF2-40B4-BE49-F238E27FC236}">
                <a16:creationId xmlns:a16="http://schemas.microsoft.com/office/drawing/2014/main" id="{15F11E29-4B3D-E842-E5A5-90F2076A42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960" r="25889" b="31508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FCDD7F97-6D2B-417F-9FE4-CEFC0426FCA7}"/>
              </a:ext>
            </a:extLst>
          </p:cNvPr>
          <p:cNvSpPr/>
          <p:nvPr/>
        </p:nvSpPr>
        <p:spPr>
          <a:xfrm>
            <a:off x="-9121" y="0"/>
            <a:ext cx="4501111" cy="5152030"/>
          </a:xfrm>
          <a:prstGeom prst="rect">
            <a:avLst/>
          </a:prstGeom>
          <a:solidFill>
            <a:srgbClr val="002F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5E575D42-C373-4C9C-9536-6F2F34AD2742}"/>
              </a:ext>
            </a:extLst>
          </p:cNvPr>
          <p:cNvSpPr txBox="1">
            <a:spLocks/>
          </p:cNvSpPr>
          <p:nvPr/>
        </p:nvSpPr>
        <p:spPr>
          <a:xfrm>
            <a:off x="616498" y="198285"/>
            <a:ext cx="3403951" cy="12609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50" b="1" i="1" spc="-75" dirty="0">
                <a:solidFill>
                  <a:schemeClr val="bg1"/>
                </a:solidFill>
                <a:latin typeface="Exo 2.0" panose="00000500000000000000" pitchFamily="50" charset="0"/>
              </a:rPr>
              <a:t>Estamos</a:t>
            </a:r>
            <a:r>
              <a:rPr lang="pt-BR" sz="2850" b="1" i="1" spc="-75" dirty="0">
                <a:solidFill>
                  <a:schemeClr val="bg1"/>
                </a:solidFill>
              </a:rPr>
              <a:t> entre as maiores Instituições Financeiras do Pais </a:t>
            </a:r>
          </a:p>
          <a:p>
            <a:pPr marL="0" indent="0">
              <a:buNone/>
            </a:pPr>
            <a:endParaRPr lang="pt-BR" sz="2700" b="1" i="1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7" name="Sinal de Subtração 6">
            <a:extLst>
              <a:ext uri="{FF2B5EF4-FFF2-40B4-BE49-F238E27FC236}">
                <a16:creationId xmlns:a16="http://schemas.microsoft.com/office/drawing/2014/main" id="{344057CC-25F5-428F-9011-54F1E6F46AD3}"/>
              </a:ext>
            </a:extLst>
          </p:cNvPr>
          <p:cNvSpPr/>
          <p:nvPr/>
        </p:nvSpPr>
        <p:spPr>
          <a:xfrm flipV="1">
            <a:off x="620415" y="1377382"/>
            <a:ext cx="498573" cy="240832"/>
          </a:xfrm>
          <a:prstGeom prst="mathMinus">
            <a:avLst/>
          </a:prstGeom>
          <a:solidFill>
            <a:srgbClr val="69B347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9637C9-F718-DA03-D612-BAC89AD9B19D}"/>
              </a:ext>
            </a:extLst>
          </p:cNvPr>
          <p:cNvSpPr/>
          <p:nvPr/>
        </p:nvSpPr>
        <p:spPr>
          <a:xfrm>
            <a:off x="-1968906" y="1734836"/>
            <a:ext cx="485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1" spc="-113" dirty="0">
                <a:solidFill>
                  <a:srgbClr val="64C832"/>
                </a:solidFill>
                <a:latin typeface="Exo 2.0" pitchFamily="2" charset="77"/>
                <a:cs typeface="Calibri" panose="020F0502020204030204" pitchFamily="34" charset="0"/>
                <a:sym typeface="Wingdings" panose="05000000000000000000" pitchFamily="2" charset="2"/>
              </a:rPr>
              <a:t>6º </a:t>
            </a:r>
            <a:endParaRPr lang="pt-BR" sz="3300" i="1" dirty="0">
              <a:solidFill>
                <a:srgbClr val="64C832"/>
              </a:solidFill>
              <a:latin typeface="Exo 2.0" pitchFamily="2" charset="77"/>
            </a:endParaRPr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E3C4DFC1-5D52-6D30-12A8-EAB3BF835900}"/>
              </a:ext>
            </a:extLst>
          </p:cNvPr>
          <p:cNvSpPr txBox="1">
            <a:spLocks/>
          </p:cNvSpPr>
          <p:nvPr/>
        </p:nvSpPr>
        <p:spPr>
          <a:xfrm>
            <a:off x="1072567" y="1912700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Depósitos totais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F8FF6983-9885-260A-D2E7-934B47FFB0EB}"/>
              </a:ext>
            </a:extLst>
          </p:cNvPr>
          <p:cNvSpPr txBox="1">
            <a:spLocks/>
          </p:cNvSpPr>
          <p:nvPr/>
        </p:nvSpPr>
        <p:spPr>
          <a:xfrm>
            <a:off x="1072567" y="2563284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Operações de Crédito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606401A3-4B90-E141-20AE-704359E90EBB}"/>
              </a:ext>
            </a:extLst>
          </p:cNvPr>
          <p:cNvSpPr txBox="1">
            <a:spLocks/>
          </p:cNvSpPr>
          <p:nvPr/>
        </p:nvSpPr>
        <p:spPr>
          <a:xfrm>
            <a:off x="1072567" y="3213868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Ativos Totais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B4979B54-DA7D-1704-B4E1-D3E90E25142E}"/>
              </a:ext>
            </a:extLst>
          </p:cNvPr>
          <p:cNvSpPr txBox="1">
            <a:spLocks/>
          </p:cNvSpPr>
          <p:nvPr/>
        </p:nvSpPr>
        <p:spPr>
          <a:xfrm>
            <a:off x="1072567" y="3822362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Patrimônio Líquido 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5B50DB-E427-AEF7-4D93-CBA9ABC1AF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5" y="1796809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F500E7-A30C-30FC-CA8A-2D5007A6A5E0}"/>
              </a:ext>
            </a:extLst>
          </p:cNvPr>
          <p:cNvSpPr txBox="1"/>
          <p:nvPr/>
        </p:nvSpPr>
        <p:spPr>
          <a:xfrm>
            <a:off x="533618" y="2056974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#6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278A1A-F1A6-6BE3-48D3-A495723225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5" y="2423367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0B6A376-E59B-03D8-0EC1-91BA860B68AC}"/>
              </a:ext>
            </a:extLst>
          </p:cNvPr>
          <p:cNvSpPr txBox="1"/>
          <p:nvPr/>
        </p:nvSpPr>
        <p:spPr>
          <a:xfrm>
            <a:off x="533618" y="2683532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#7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899942F-1CB4-ED22-EF83-09C58367EC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5" y="3099263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039BF33-509B-F333-C90E-73041907970C}"/>
              </a:ext>
            </a:extLst>
          </p:cNvPr>
          <p:cNvSpPr txBox="1"/>
          <p:nvPr/>
        </p:nvSpPr>
        <p:spPr>
          <a:xfrm>
            <a:off x="533618" y="3359428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#7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840A997-A2CF-108A-47F3-8700B7C8ACE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71" y="3721948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E3E9AC-0681-FD2B-9C32-3CC7C858D9F2}"/>
              </a:ext>
            </a:extLst>
          </p:cNvPr>
          <p:cNvSpPr txBox="1"/>
          <p:nvPr/>
        </p:nvSpPr>
        <p:spPr>
          <a:xfrm>
            <a:off x="518144" y="3982113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#8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C43775-185E-35EB-C829-35A1760DCA3D}"/>
              </a:ext>
            </a:extLst>
          </p:cNvPr>
          <p:cNvSpPr txBox="1"/>
          <p:nvPr/>
        </p:nvSpPr>
        <p:spPr>
          <a:xfrm>
            <a:off x="91677" y="4903875"/>
            <a:ext cx="38804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chemeClr val="bg1"/>
                </a:solidFill>
                <a:latin typeface="Exo 2.0 Light" panose="00000400000000000000" pitchFamily="50" charset="0"/>
              </a:rPr>
              <a:t>Fonte: IF. Data (Banco Central do Brasil) – Data-base: Junho/2023</a:t>
            </a:r>
          </a:p>
          <a:p>
            <a:r>
              <a:rPr lang="pt-BR" sz="675" dirty="0">
                <a:solidFill>
                  <a:schemeClr val="bg1"/>
                </a:solidFill>
                <a:latin typeface="Exo 2.0 Light" panose="00000400000000000000" pitchFamily="50" charset="0"/>
              </a:rPr>
              <a:t>Dados Sicredi: Demonstrações Financeiras Combinadas</a:t>
            </a:r>
          </a:p>
        </p:txBody>
      </p:sp>
    </p:spTree>
    <p:extLst>
      <p:ext uri="{BB962C8B-B14F-4D97-AF65-F5344CB8AC3E}">
        <p14:creationId xmlns:p14="http://schemas.microsoft.com/office/powerpoint/2010/main" val="1667279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contendo placa, quarto, rua, em pé&#10;&#10;Descrição gerada automaticamente">
            <a:extLst>
              <a:ext uri="{FF2B5EF4-FFF2-40B4-BE49-F238E27FC236}">
                <a16:creationId xmlns:a16="http://schemas.microsoft.com/office/drawing/2014/main" id="{835F85B3-3924-9A8E-9505-AD077AA5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829" y="1721051"/>
            <a:ext cx="1967989" cy="3422449"/>
          </a:xfrm>
          <a:prstGeom prst="rect">
            <a:avLst/>
          </a:prstGeom>
        </p:spPr>
      </p:pic>
      <p:sp>
        <p:nvSpPr>
          <p:cNvPr id="17" name="TextBox 19">
            <a:extLst>
              <a:ext uri="{FF2B5EF4-FFF2-40B4-BE49-F238E27FC236}">
                <a16:creationId xmlns:a16="http://schemas.microsoft.com/office/drawing/2014/main" id="{A18C5EDB-F4A3-EFC0-404D-72F02A4C5FAC}"/>
              </a:ext>
            </a:extLst>
          </p:cNvPr>
          <p:cNvSpPr txBox="1"/>
          <p:nvPr/>
        </p:nvSpPr>
        <p:spPr>
          <a:xfrm>
            <a:off x="289880" y="2914559"/>
            <a:ext cx="1870703" cy="36022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ts val="1575"/>
              </a:lnSpc>
              <a:defRPr/>
            </a:pPr>
            <a:r>
              <a:rPr lang="en-US" sz="4050" b="1" i="1" spc="-300" dirty="0">
                <a:solidFill>
                  <a:prstClr val="white"/>
                </a:solidFill>
                <a:latin typeface="Calibri" panose="020F0502020204030204"/>
              </a:rPr>
              <a:t>~550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86548EC-3181-8BFE-2F5F-DCE2F9065839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-35261" y="3789557"/>
            <a:ext cx="4853007" cy="1"/>
          </a:xfrm>
          <a:prstGeom prst="line">
            <a:avLst/>
          </a:prstGeom>
          <a:ln>
            <a:solidFill>
              <a:srgbClr val="3FA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2E0B9F6-369C-2508-FC45-2D4C21AA552C}"/>
              </a:ext>
            </a:extLst>
          </p:cNvPr>
          <p:cNvSpPr txBox="1"/>
          <p:nvPr/>
        </p:nvSpPr>
        <p:spPr>
          <a:xfrm>
            <a:off x="3900594" y="2929863"/>
            <a:ext cx="1729878" cy="39074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ts val="1575"/>
              </a:lnSpc>
              <a:defRPr/>
            </a:pPr>
            <a:r>
              <a:rPr lang="en-US" sz="4950" b="1" i="1" spc="-300" dirty="0">
                <a:solidFill>
                  <a:prstClr val="white"/>
                </a:solidFill>
                <a:latin typeface="Calibri" panose="020F0502020204030204"/>
                <a:ea typeface="+mn-lt"/>
                <a:cs typeface="Calibri" panose="020F0502020204030204"/>
              </a:rPr>
              <a:t>9</a:t>
            </a:r>
            <a:endParaRPr lang="pt-BR" sz="4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xt">
            <a:extLst>
              <a:ext uri="{FF2B5EF4-FFF2-40B4-BE49-F238E27FC236}">
                <a16:creationId xmlns:a16="http://schemas.microsoft.com/office/drawing/2014/main" id="{D2590793-4D28-0A1B-76BA-C2065764D6E0}"/>
              </a:ext>
            </a:extLst>
          </p:cNvPr>
          <p:cNvSpPr txBox="1"/>
          <p:nvPr/>
        </p:nvSpPr>
        <p:spPr>
          <a:xfrm>
            <a:off x="164765" y="159690"/>
            <a:ext cx="8164848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250" b="1" i="1" spc="-900" dirty="0">
                <a:ln w="28575">
                  <a:solidFill>
                    <a:prstClr val="white"/>
                  </a:solidFill>
                  <a:prstDash val="solid"/>
                </a:ln>
                <a:solidFill>
                  <a:prstClr val="white"/>
                </a:solidFill>
                <a:latin typeface="Calibri" panose="020F0502020204030204"/>
              </a:rPr>
              <a:t>RPPS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BF96E508-0FAA-8864-5CD0-493807664D3B}"/>
              </a:ext>
            </a:extLst>
          </p:cNvPr>
          <p:cNvSpPr txBox="1"/>
          <p:nvPr/>
        </p:nvSpPr>
        <p:spPr>
          <a:xfrm>
            <a:off x="275900" y="3265407"/>
            <a:ext cx="1710545" cy="28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25"/>
              </a:lnSpc>
              <a:defRPr/>
            </a:pPr>
            <a:r>
              <a:rPr lang="en-US" sz="1650" b="1" spc="-75" dirty="0">
                <a:solidFill>
                  <a:prstClr val="white"/>
                </a:solidFill>
                <a:latin typeface="Calibri" panose="020F0502020204030204"/>
              </a:rPr>
              <a:t>RPPS </a:t>
            </a:r>
            <a:r>
              <a:rPr lang="en-US" sz="1650" b="1" spc="-75" dirty="0" err="1">
                <a:solidFill>
                  <a:prstClr val="white"/>
                </a:solidFill>
                <a:latin typeface="Calibri" panose="020F0502020204030204"/>
              </a:rPr>
              <a:t>cotistas</a:t>
            </a:r>
            <a:endParaRPr lang="en-US" sz="1650" b="1" spc="-75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BABAB949-29E1-F305-CA00-34A2DEF3ACE7}"/>
              </a:ext>
            </a:extLst>
          </p:cNvPr>
          <p:cNvSpPr txBox="1"/>
          <p:nvPr/>
        </p:nvSpPr>
        <p:spPr>
          <a:xfrm>
            <a:off x="2165134" y="3265407"/>
            <a:ext cx="1710545" cy="28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25"/>
              </a:lnSpc>
              <a:defRPr/>
            </a:pPr>
            <a:r>
              <a:rPr lang="en-US" sz="1650" b="1" spc="-75" dirty="0">
                <a:solidFill>
                  <a:prstClr val="white"/>
                </a:solidFill>
                <a:latin typeface="Calibri" panose="020F0502020204030204"/>
              </a:rPr>
              <a:t>Investimentos</a:t>
            </a: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AB345E46-FE49-391E-2754-C243D278AF52}"/>
              </a:ext>
            </a:extLst>
          </p:cNvPr>
          <p:cNvSpPr txBox="1"/>
          <p:nvPr/>
        </p:nvSpPr>
        <p:spPr>
          <a:xfrm>
            <a:off x="3900594" y="3194668"/>
            <a:ext cx="1679332" cy="462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25"/>
              </a:lnSpc>
              <a:defRPr/>
            </a:pPr>
            <a:r>
              <a:rPr lang="en-US" sz="1650" b="1" spc="-75" dirty="0">
                <a:solidFill>
                  <a:prstClr val="white"/>
                </a:solidFill>
                <a:latin typeface="Calibri" panose="020F0502020204030204"/>
              </a:rPr>
              <a:t>Fundos de Investimentos</a:t>
            </a:r>
          </a:p>
        </p:txBody>
      </p:sp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62FB6194-CA37-F010-D10D-9E77258AD02C}"/>
              </a:ext>
            </a:extLst>
          </p:cNvPr>
          <p:cNvSpPr/>
          <p:nvPr/>
        </p:nvSpPr>
        <p:spPr>
          <a:xfrm>
            <a:off x="1062194" y="3684288"/>
            <a:ext cx="137957" cy="100166"/>
          </a:xfrm>
          <a:prstGeom prst="triangle">
            <a:avLst/>
          </a:prstGeom>
          <a:solidFill>
            <a:srgbClr val="64C832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4E7410D6-F9CE-CF97-8627-F34B6E0C398E}"/>
              </a:ext>
            </a:extLst>
          </p:cNvPr>
          <p:cNvSpPr/>
          <p:nvPr/>
        </p:nvSpPr>
        <p:spPr>
          <a:xfrm>
            <a:off x="4679789" y="3689392"/>
            <a:ext cx="137957" cy="100166"/>
          </a:xfrm>
          <a:prstGeom prst="triangle">
            <a:avLst/>
          </a:prstGeom>
          <a:solidFill>
            <a:srgbClr val="64C832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DF555218-9063-311D-ECA6-4FA9181723F3}"/>
              </a:ext>
            </a:extLst>
          </p:cNvPr>
          <p:cNvSpPr/>
          <p:nvPr/>
        </p:nvSpPr>
        <p:spPr>
          <a:xfrm>
            <a:off x="2911627" y="3687358"/>
            <a:ext cx="137957" cy="100166"/>
          </a:xfrm>
          <a:prstGeom prst="triangle">
            <a:avLst/>
          </a:prstGeom>
          <a:solidFill>
            <a:srgbClr val="64C832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0B09AB6B-3895-0167-FCD0-E622DFEAF462}"/>
              </a:ext>
            </a:extLst>
          </p:cNvPr>
          <p:cNvSpPr txBox="1"/>
          <p:nvPr/>
        </p:nvSpPr>
        <p:spPr>
          <a:xfrm>
            <a:off x="1980172" y="2912721"/>
            <a:ext cx="1870703" cy="405945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ts val="1575"/>
              </a:lnSpc>
              <a:defRPr/>
            </a:pPr>
            <a:r>
              <a:rPr lang="en-US" b="1" i="1" spc="-300" dirty="0">
                <a:solidFill>
                  <a:prstClr val="white"/>
                </a:solidFill>
                <a:latin typeface="Calibri" panose="020F0502020204030204"/>
              </a:rPr>
              <a:t>R$</a:t>
            </a:r>
            <a:r>
              <a:rPr lang="en-US" sz="5400" b="1" i="1" spc="-300" dirty="0">
                <a:solidFill>
                  <a:prstClr val="white"/>
                </a:solidFill>
                <a:latin typeface="Calibri" panose="020F0502020204030204"/>
              </a:rPr>
              <a:t> </a:t>
            </a:r>
            <a:r>
              <a:rPr lang="en-US" sz="4950" b="1" i="1" spc="-300" dirty="0">
                <a:solidFill>
                  <a:prstClr val="white"/>
                </a:solidFill>
                <a:latin typeface="Calibri" panose="020F0502020204030204"/>
              </a:rPr>
              <a:t>4,5</a:t>
            </a:r>
            <a:r>
              <a:rPr lang="en-US" sz="4050" b="1" i="1" spc="-300" dirty="0">
                <a:solidFill>
                  <a:prstClr val="white"/>
                </a:solidFill>
                <a:latin typeface="Calibri" panose="020F0502020204030204"/>
              </a:rPr>
              <a:t>BI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965611F-9DDB-351F-07AD-32611F68F804}"/>
              </a:ext>
            </a:extLst>
          </p:cNvPr>
          <p:cNvSpPr/>
          <p:nvPr/>
        </p:nvSpPr>
        <p:spPr>
          <a:xfrm>
            <a:off x="407510" y="3861765"/>
            <a:ext cx="1447325" cy="8472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algn="ctr" defTabSz="518396">
              <a:defRPr/>
            </a:pPr>
            <a:r>
              <a:rPr lang="pt-BR" kern="0" dirty="0">
                <a:solidFill>
                  <a:prstClr val="white"/>
                </a:solidFill>
                <a:latin typeface="Calibri Light" panose="020F0302020204030204"/>
              </a:rPr>
              <a:t>Somos a </a:t>
            </a:r>
            <a:r>
              <a:rPr lang="pt-BR" b="1" kern="0" dirty="0">
                <a:solidFill>
                  <a:prstClr val="white"/>
                </a:solidFill>
                <a:latin typeface="Calibri Light" panose="020F0302020204030204"/>
              </a:rPr>
              <a:t>4º</a:t>
            </a:r>
            <a:r>
              <a:rPr lang="pt-BR" kern="0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pt-BR" b="1" kern="0" dirty="0">
                <a:solidFill>
                  <a:prstClr val="white"/>
                </a:solidFill>
                <a:latin typeface="Calibri Light" panose="020F0302020204030204"/>
              </a:rPr>
              <a:t>maior</a:t>
            </a:r>
            <a:r>
              <a:rPr lang="pt-BR" kern="0" dirty="0">
                <a:solidFill>
                  <a:prstClr val="white"/>
                </a:solidFill>
                <a:latin typeface="Calibri Light" panose="020F0302020204030204"/>
              </a:rPr>
              <a:t> IF do país em nº de diferentes RPPS cotistas</a:t>
            </a:r>
            <a:endParaRPr lang="pt-BR" b="1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095AF6-3935-21E7-374E-CBEC2FF5F7FE}"/>
              </a:ext>
            </a:extLst>
          </p:cNvPr>
          <p:cNvSpPr/>
          <p:nvPr/>
        </p:nvSpPr>
        <p:spPr>
          <a:xfrm>
            <a:off x="2296744" y="3855124"/>
            <a:ext cx="1447325" cy="8472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algn="ctr" defTabSz="518396">
              <a:defRPr/>
            </a:pPr>
            <a:r>
              <a:rPr lang="pt-BR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Somos a </a:t>
            </a:r>
            <a:r>
              <a:rPr lang="pt-BR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7ª maior </a:t>
            </a:r>
            <a:r>
              <a:rPr lang="pt-BR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IF em recursos de RPPS sob gestão</a:t>
            </a:r>
          </a:p>
        </p:txBody>
      </p:sp>
    </p:spTree>
    <p:extLst>
      <p:ext uri="{BB962C8B-B14F-4D97-AF65-F5344CB8AC3E}">
        <p14:creationId xmlns:p14="http://schemas.microsoft.com/office/powerpoint/2010/main" val="2346852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8125" y="404813"/>
            <a:ext cx="381000" cy="3810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76250" y="566739"/>
            <a:ext cx="77658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>
              <a:lnSpc>
                <a:spcPts val="2513"/>
              </a:lnSpc>
            </a:pPr>
            <a:r>
              <a:rPr lang="pt-BR" sz="21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Produtos</a:t>
            </a:r>
            <a:endParaRPr lang="en-US" sz="2100" b="1" i="1" dirty="0">
              <a:solidFill>
                <a:srgbClr val="0A4B1E"/>
              </a:solidFill>
              <a:latin typeface="Exo 2.0" panose="00000500000000000000" pitchFamily="50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253859-39F1-4149-8909-8E7E4EBA9222}"/>
              </a:ext>
            </a:extLst>
          </p:cNvPr>
          <p:cNvSpPr/>
          <p:nvPr/>
        </p:nvSpPr>
        <p:spPr>
          <a:xfrm>
            <a:off x="2020812" y="921585"/>
            <a:ext cx="100611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endParaRPr lang="pt-BR" sz="18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3F8BD90D-2561-4C48-81CE-DD4CB5A46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271" y="833153"/>
            <a:ext cx="646513" cy="783660"/>
          </a:xfrm>
          <a:prstGeom prst="rect">
            <a:avLst/>
          </a:prstGeom>
        </p:spPr>
      </p:pic>
      <p:sp>
        <p:nvSpPr>
          <p:cNvPr id="69" name="Retângulo 68">
            <a:extLst>
              <a:ext uri="{FF2B5EF4-FFF2-40B4-BE49-F238E27FC236}">
                <a16:creationId xmlns:a16="http://schemas.microsoft.com/office/drawing/2014/main" id="{A1A0E3DA-6040-4EFD-8215-CDD6CAC0F82F}"/>
              </a:ext>
            </a:extLst>
          </p:cNvPr>
          <p:cNvSpPr/>
          <p:nvPr/>
        </p:nvSpPr>
        <p:spPr>
          <a:xfrm>
            <a:off x="1304393" y="969314"/>
            <a:ext cx="1262685" cy="521228"/>
          </a:xfrm>
          <a:prstGeom prst="rect">
            <a:avLst/>
          </a:prstGeom>
          <a:solidFill>
            <a:srgbClr val="146E32"/>
          </a:solidFill>
          <a:ln w="12700" cap="flat" cmpd="sng" algn="ctr">
            <a:solidFill>
              <a:srgbClr val="146E32"/>
            </a:solidFill>
            <a:prstDash val="solid"/>
            <a:miter lim="800000"/>
          </a:ln>
          <a:effectLst/>
        </p:spPr>
        <p:txBody>
          <a:bodyPr rtlCol="0" anchor="t" anchorCtr="1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7, I, B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100%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F5CE4FA2-F6A9-4A4A-B6FA-9899BB904B2B}"/>
              </a:ext>
            </a:extLst>
          </p:cNvPr>
          <p:cNvSpPr/>
          <p:nvPr/>
        </p:nvSpPr>
        <p:spPr>
          <a:xfrm>
            <a:off x="358944" y="4032689"/>
            <a:ext cx="669600" cy="669600"/>
          </a:xfrm>
          <a:prstGeom prst="rect">
            <a:avLst/>
          </a:prstGeom>
          <a:solidFill>
            <a:srgbClr val="E6F0DE"/>
          </a:solidFill>
          <a:ln w="12700" cap="flat" cmpd="sng" algn="ctr">
            <a:solidFill>
              <a:srgbClr val="E6F0D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B890574B-384D-4848-8CB7-0A538C42357F}"/>
              </a:ext>
            </a:extLst>
          </p:cNvPr>
          <p:cNvSpPr/>
          <p:nvPr/>
        </p:nvSpPr>
        <p:spPr>
          <a:xfrm>
            <a:off x="358944" y="3032275"/>
            <a:ext cx="669600" cy="93945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rgbClr val="FFEB84">
                  <a:tint val="44500"/>
                  <a:satMod val="160000"/>
                </a:srgbClr>
              </a:gs>
              <a:gs pos="100000">
                <a:srgbClr val="FFEB84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rgbClr val="FFEB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CDA9ED82-23D5-44FF-9574-9160EF222EC2}"/>
              </a:ext>
            </a:extLst>
          </p:cNvPr>
          <p:cNvSpPr/>
          <p:nvPr/>
        </p:nvSpPr>
        <p:spPr>
          <a:xfrm>
            <a:off x="358944" y="2400388"/>
            <a:ext cx="658800" cy="562151"/>
          </a:xfrm>
          <a:prstGeom prst="rect">
            <a:avLst/>
          </a:prstGeom>
          <a:solidFill>
            <a:srgbClr val="FB9574"/>
          </a:solidFill>
          <a:ln w="12700" cap="flat" cmpd="sng" algn="ctr">
            <a:solidFill>
              <a:srgbClr val="FB957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1BDCFD4E-55CA-4871-9321-3B62B83F12A6}"/>
              </a:ext>
            </a:extLst>
          </p:cNvPr>
          <p:cNvSpPr/>
          <p:nvPr/>
        </p:nvSpPr>
        <p:spPr>
          <a:xfrm>
            <a:off x="358944" y="1648458"/>
            <a:ext cx="669600" cy="627270"/>
          </a:xfrm>
          <a:prstGeom prst="rect">
            <a:avLst/>
          </a:prstGeom>
          <a:solidFill>
            <a:srgbClr val="F8696B"/>
          </a:solidFill>
          <a:ln w="12700" cap="flat" cmpd="sng" algn="ctr">
            <a:solidFill>
              <a:srgbClr val="F8696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5</a:t>
            </a:r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FD168B1F-D7AF-4574-AE91-E939007AAACB}"/>
              </a:ext>
            </a:extLst>
          </p:cNvPr>
          <p:cNvCxnSpPr>
            <a:cxnSpLocks/>
          </p:cNvCxnSpPr>
          <p:nvPr/>
        </p:nvCxnSpPr>
        <p:spPr>
          <a:xfrm flipV="1">
            <a:off x="1142999" y="1510067"/>
            <a:ext cx="0" cy="3214990"/>
          </a:xfrm>
          <a:prstGeom prst="straightConnector1">
            <a:avLst/>
          </a:prstGeom>
          <a:noFill/>
          <a:ln w="28575" cap="flat" cmpd="sng" algn="ctr">
            <a:solidFill>
              <a:srgbClr val="59645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7" name="Retângulo 76">
            <a:extLst>
              <a:ext uri="{FF2B5EF4-FFF2-40B4-BE49-F238E27FC236}">
                <a16:creationId xmlns:a16="http://schemas.microsoft.com/office/drawing/2014/main" id="{A9AC4D7E-C411-4F47-A13D-D3658E07CC10}"/>
              </a:ext>
            </a:extLst>
          </p:cNvPr>
          <p:cNvSpPr/>
          <p:nvPr/>
        </p:nvSpPr>
        <p:spPr>
          <a:xfrm>
            <a:off x="1304393" y="4025434"/>
            <a:ext cx="1262683" cy="645092"/>
          </a:xfrm>
          <a:prstGeom prst="rect">
            <a:avLst/>
          </a:prstGeom>
          <a:solidFill>
            <a:srgbClr val="E6F0DE"/>
          </a:solidFill>
          <a:ln w="12700" cap="flat" cmpd="sng" algn="ctr">
            <a:solidFill>
              <a:srgbClr val="E6F0DE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FIRF LIQUIDEZ EMPRESARIAL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791ADC22-125F-482D-8AF7-DDA26E7E96BA}"/>
              </a:ext>
            </a:extLst>
          </p:cNvPr>
          <p:cNvSpPr/>
          <p:nvPr/>
        </p:nvSpPr>
        <p:spPr>
          <a:xfrm>
            <a:off x="5814060" y="2400388"/>
            <a:ext cx="1494001" cy="247306"/>
          </a:xfrm>
          <a:prstGeom prst="rect">
            <a:avLst/>
          </a:prstGeom>
          <a:solidFill>
            <a:srgbClr val="FDC07C"/>
          </a:solidFill>
          <a:ln w="12700" cap="flat" cmpd="sng" algn="ctr">
            <a:solidFill>
              <a:srgbClr val="FDC07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FM BOLSA EUA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6AE9F368-562D-4096-B589-8AC67DE0075B}"/>
              </a:ext>
            </a:extLst>
          </p:cNvPr>
          <p:cNvSpPr/>
          <p:nvPr/>
        </p:nvSpPr>
        <p:spPr>
          <a:xfrm>
            <a:off x="2724936" y="3531842"/>
            <a:ext cx="1386703" cy="2079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FIRF IRF-M 1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794875BD-E004-4D0A-B73D-78AEEC99AB6E}"/>
              </a:ext>
            </a:extLst>
          </p:cNvPr>
          <p:cNvSpPr/>
          <p:nvPr/>
        </p:nvSpPr>
        <p:spPr>
          <a:xfrm>
            <a:off x="2724936" y="3032276"/>
            <a:ext cx="1386704" cy="2083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FFEB8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FIRF IRF-M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1763B4D8-7FEE-4BB0-A6AF-AC0BF20A8BE2}"/>
              </a:ext>
            </a:extLst>
          </p:cNvPr>
          <p:cNvSpPr/>
          <p:nvPr/>
        </p:nvSpPr>
        <p:spPr>
          <a:xfrm>
            <a:off x="7522317" y="2407686"/>
            <a:ext cx="1494000" cy="247489"/>
          </a:xfrm>
          <a:prstGeom prst="rect">
            <a:avLst/>
          </a:prstGeom>
          <a:solidFill>
            <a:srgbClr val="FDC07C"/>
          </a:solidFill>
          <a:ln w="12700" cap="flat" cmpd="sng" algn="ctr">
            <a:solidFill>
              <a:srgbClr val="FDC07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FIA ESG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4A6C5D9F-41AE-4399-ACDD-F48F107E9E9E}"/>
              </a:ext>
            </a:extLst>
          </p:cNvPr>
          <p:cNvSpPr/>
          <p:nvPr/>
        </p:nvSpPr>
        <p:spPr>
          <a:xfrm>
            <a:off x="7522317" y="1648460"/>
            <a:ext cx="1494000" cy="229961"/>
          </a:xfrm>
          <a:prstGeom prst="rect">
            <a:avLst/>
          </a:prstGeom>
          <a:solidFill>
            <a:srgbClr val="F8696B"/>
          </a:solidFill>
          <a:ln w="12700" cap="flat" cmpd="sng" algn="ctr">
            <a:solidFill>
              <a:srgbClr val="F8696B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FIA PETROBRAS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9C65930C-7F9A-4638-A6DF-FD7A4C7AB1EE}"/>
              </a:ext>
            </a:extLst>
          </p:cNvPr>
          <p:cNvSpPr txBox="1"/>
          <p:nvPr/>
        </p:nvSpPr>
        <p:spPr>
          <a:xfrm rot="16200000">
            <a:off x="-1446339" y="2869138"/>
            <a:ext cx="321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8">
              <a:defRPr/>
            </a:pPr>
            <a:r>
              <a:rPr lang="pt-BR" sz="1400" b="1" i="1" kern="0" dirty="0">
                <a:solidFill>
                  <a:srgbClr val="596459"/>
                </a:solidFill>
                <a:latin typeface="Nunito Light" pitchFamily="2" charset="0"/>
              </a:rPr>
              <a:t>ESCALA DE RISCO DE MERCADO</a:t>
            </a: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28F422B8-3259-47EC-8705-5061C117FAA9}"/>
              </a:ext>
            </a:extLst>
          </p:cNvPr>
          <p:cNvSpPr/>
          <p:nvPr/>
        </p:nvSpPr>
        <p:spPr>
          <a:xfrm>
            <a:off x="5814060" y="982671"/>
            <a:ext cx="1494000" cy="507869"/>
          </a:xfrm>
          <a:prstGeom prst="rect">
            <a:avLst/>
          </a:prstGeom>
          <a:solidFill>
            <a:srgbClr val="5964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10, I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15%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8B1D4A57-DF6F-4789-9F6A-7BB092474D04}"/>
              </a:ext>
            </a:extLst>
          </p:cNvPr>
          <p:cNvSpPr/>
          <p:nvPr/>
        </p:nvSpPr>
        <p:spPr>
          <a:xfrm>
            <a:off x="7522317" y="982672"/>
            <a:ext cx="1494000" cy="507868"/>
          </a:xfrm>
          <a:prstGeom prst="rect">
            <a:avLst/>
          </a:prstGeom>
          <a:solidFill>
            <a:srgbClr val="596459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8, I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50%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C080AE1B-CF2E-4FA7-B6DC-14693AC38F7A}"/>
              </a:ext>
            </a:extLst>
          </p:cNvPr>
          <p:cNvSpPr/>
          <p:nvPr/>
        </p:nvSpPr>
        <p:spPr>
          <a:xfrm>
            <a:off x="1298321" y="3032657"/>
            <a:ext cx="1268757" cy="2079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FIC IMA-B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ABC3A9D-FA51-4067-9814-A29C7A55FA82}"/>
              </a:ext>
            </a:extLst>
          </p:cNvPr>
          <p:cNvSpPr/>
          <p:nvPr/>
        </p:nvSpPr>
        <p:spPr>
          <a:xfrm>
            <a:off x="1298321" y="3531843"/>
            <a:ext cx="1268757" cy="2079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FIC IMA-B5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D54F6F6-6A2F-4EAE-BDDA-68B69FE02CE0}"/>
              </a:ext>
            </a:extLst>
          </p:cNvPr>
          <p:cNvSpPr/>
          <p:nvPr/>
        </p:nvSpPr>
        <p:spPr>
          <a:xfrm>
            <a:off x="2724936" y="981797"/>
            <a:ext cx="1386704" cy="508744"/>
          </a:xfrm>
          <a:prstGeom prst="rect">
            <a:avLst/>
          </a:prstGeom>
          <a:solidFill>
            <a:srgbClr val="146E32"/>
          </a:solidFill>
          <a:ln w="12700" cap="flat" cmpd="sng" algn="ctr">
            <a:solidFill>
              <a:srgbClr val="146E32"/>
            </a:solidFill>
            <a:prstDash val="solid"/>
            <a:miter lim="800000"/>
          </a:ln>
          <a:effectLst/>
        </p:spPr>
        <p:txBody>
          <a:bodyPr rtlCol="0" anchor="t" anchorCtr="1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7, III, A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60%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00AFB7-5352-EFF9-E93C-57B7162D2793}"/>
              </a:ext>
            </a:extLst>
          </p:cNvPr>
          <p:cNvSpPr/>
          <p:nvPr/>
        </p:nvSpPr>
        <p:spPr>
          <a:xfrm>
            <a:off x="4269498" y="981797"/>
            <a:ext cx="1386704" cy="508744"/>
          </a:xfrm>
          <a:prstGeom prst="rect">
            <a:avLst/>
          </a:prstGeom>
          <a:solidFill>
            <a:srgbClr val="146E32"/>
          </a:solidFill>
          <a:ln w="12700" cap="flat" cmpd="sng" algn="ctr">
            <a:solidFill>
              <a:srgbClr val="146E32"/>
            </a:solidFill>
            <a:prstDash val="solid"/>
            <a:miter lim="800000"/>
          </a:ln>
          <a:effectLst/>
        </p:spPr>
        <p:txBody>
          <a:bodyPr rtlCol="0" anchor="t" anchorCtr="1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7, V, B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5%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BAE6F71-1D33-8E99-C411-36344A938606}"/>
              </a:ext>
            </a:extLst>
          </p:cNvPr>
          <p:cNvSpPr/>
          <p:nvPr/>
        </p:nvSpPr>
        <p:spPr>
          <a:xfrm>
            <a:off x="4269498" y="3305309"/>
            <a:ext cx="1386700" cy="437135"/>
          </a:xfrm>
          <a:prstGeom prst="rect">
            <a:avLst/>
          </a:prstGeom>
          <a:solidFill>
            <a:srgbClr val="E6F0DE"/>
          </a:solidFill>
          <a:ln w="12700" cap="flat" cmpd="sng" algn="ctr">
            <a:solidFill>
              <a:srgbClr val="E6F0DE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FIC CREDITO BAIXO RISCO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F89C6772-F467-8FC6-71A3-A9DFF947DCFC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0540774A-0394-2618-9F74-77D7DB11412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515242-4938-2CA3-7D6C-2A412101D4D6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7C48558-189E-241B-1947-241F8267521E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1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8">
            <a:extLst>
              <a:ext uri="{FF2B5EF4-FFF2-40B4-BE49-F238E27FC236}">
                <a16:creationId xmlns:a16="http://schemas.microsoft.com/office/drawing/2014/main" id="{595057CF-3E0D-4B33-AEE5-A0C63BA2282E}"/>
              </a:ext>
            </a:extLst>
          </p:cNvPr>
          <p:cNvSpPr/>
          <p:nvPr/>
        </p:nvSpPr>
        <p:spPr>
          <a:xfrm>
            <a:off x="4929189" y="1153309"/>
            <a:ext cx="3738563" cy="3287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650"/>
              </a:lnSpc>
              <a:spcAft>
                <a:spcPts val="400"/>
              </a:spcAft>
            </a:pPr>
            <a:r>
              <a:rPr lang="pt-BR" sz="900" kern="0" spc="9" dirty="0">
                <a:solidFill>
                  <a:srgbClr val="323C32"/>
                </a:solidFill>
                <a:latin typeface="Nunito Regular" pitchFamily="34" charset="0"/>
              </a:rPr>
              <a:t>O IPCA-15 de agosto apresentou deflação de 0,14%, abaixo da mediana das projeções do mercado (-0,20%) e da nossa estimativa (-0,19%). A desaceleração do índice foi influenciada por quedas em alimentação no domicílio, que recuou 1,02%, e etanol, com queda de 1,98%. Esses movimentos contribuíram para a leitura mais benigna do mês.</a:t>
            </a:r>
          </a:p>
          <a:p>
            <a:pPr algn="just">
              <a:lnSpc>
                <a:spcPts val="1650"/>
              </a:lnSpc>
              <a:spcAft>
                <a:spcPts val="400"/>
              </a:spcAft>
            </a:pPr>
            <a:r>
              <a:rPr lang="pt-BR" sz="900" kern="0" spc="9" dirty="0">
                <a:solidFill>
                  <a:srgbClr val="323C32"/>
                </a:solidFill>
                <a:latin typeface="Nunito Regular" pitchFamily="34" charset="0"/>
              </a:rPr>
              <a:t>Apesar da retração no índice cheio, a composição do IPCA-15 manteve um viés misto, refletindo tanto alívios quanto pressões pontuais. Entre os destaques de alta, sobressaem os grupos de higiene pessoal (1,07%) e educação, com cursos regulares e diversos registrando alta de 0,93%. Também houve avanço em itens relacionados à habitação, como aluguel residencial (0,29%) e condomínio (0,31%).</a:t>
            </a:r>
          </a:p>
          <a:p>
            <a:pPr algn="just">
              <a:lnSpc>
                <a:spcPts val="1650"/>
              </a:lnSpc>
              <a:spcAft>
                <a:spcPts val="400"/>
              </a:spcAft>
            </a:pPr>
            <a:r>
              <a:rPr lang="pt-BR" sz="900" kern="0" spc="9" dirty="0">
                <a:solidFill>
                  <a:srgbClr val="323C32"/>
                </a:solidFill>
                <a:latin typeface="Nunito Regular" pitchFamily="34" charset="0"/>
              </a:rPr>
              <a:t>Dada essa leitura, nossa projeção para o IPCA final de 2025 foi ajustada para 4,7%.</a:t>
            </a:r>
            <a:endParaRPr lang="pt-BR" sz="675" kern="0" spc="9" dirty="0">
              <a:solidFill>
                <a:srgbClr val="323C32"/>
              </a:solidFill>
              <a:latin typeface="Nunito Regular" pitchFamily="34" charset="0"/>
            </a:endParaRPr>
          </a:p>
        </p:txBody>
      </p:sp>
      <p:pic>
        <p:nvPicPr>
          <p:cNvPr id="6" name="Object 4" descr="preencoded.png">
            <a:extLst>
              <a:ext uri="{FF2B5EF4-FFF2-40B4-BE49-F238E27FC236}">
                <a16:creationId xmlns:a16="http://schemas.microsoft.com/office/drawing/2014/main" id="{346F5B82-4EFC-EBB9-E467-E4EF5708E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5750" y="362331"/>
            <a:ext cx="381000" cy="381000"/>
          </a:xfrm>
          <a:prstGeom prst="rect">
            <a:avLst/>
          </a:prstGeom>
        </p:spPr>
      </p:pic>
      <p:sp>
        <p:nvSpPr>
          <p:cNvPr id="16" name="Object7">
            <a:extLst>
              <a:ext uri="{FF2B5EF4-FFF2-40B4-BE49-F238E27FC236}">
                <a16:creationId xmlns:a16="http://schemas.microsoft.com/office/drawing/2014/main" id="{ADB97160-1C4C-F79E-AD1D-D1575380E625}"/>
              </a:ext>
            </a:extLst>
          </p:cNvPr>
          <p:cNvSpPr/>
          <p:nvPr/>
        </p:nvSpPr>
        <p:spPr>
          <a:xfrm>
            <a:off x="421307" y="480633"/>
            <a:ext cx="83242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Inflação arrefece em agosto...</a:t>
            </a:r>
          </a:p>
        </p:txBody>
      </p:sp>
      <p:sp>
        <p:nvSpPr>
          <p:cNvPr id="11" name="Object9">
            <a:extLst>
              <a:ext uri="{FF2B5EF4-FFF2-40B4-BE49-F238E27FC236}">
                <a16:creationId xmlns:a16="http://schemas.microsoft.com/office/drawing/2014/main" id="{696BB36E-60CE-746C-BB58-FC3FCA0FA7B2}"/>
              </a:ext>
            </a:extLst>
          </p:cNvPr>
          <p:cNvSpPr/>
          <p:nvPr/>
        </p:nvSpPr>
        <p:spPr>
          <a:xfrm>
            <a:off x="2141684" y="3915760"/>
            <a:ext cx="2441762" cy="71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13"/>
              </a:lnSpc>
            </a:pPr>
            <a:r>
              <a:rPr lang="en-US" sz="700" i="1">
                <a:solidFill>
                  <a:srgbClr val="828A82"/>
                </a:solidFill>
                <a:latin typeface="Exo 2 Italic" pitchFamily="34" charset="0"/>
                <a:ea typeface="Exo 2 Italic" pitchFamily="34" charset="-122"/>
                <a:cs typeface="Exo 2 Italic" pitchFamily="34" charset="-120"/>
              </a:rPr>
              <a:t>Fonte: Bloomberg, </a:t>
            </a:r>
            <a:r>
              <a:rPr lang="en-US" sz="700" i="1" err="1">
                <a:solidFill>
                  <a:srgbClr val="828A82"/>
                </a:solidFill>
                <a:latin typeface="Exo 2 Italic" pitchFamily="34" charset="0"/>
                <a:ea typeface="Exo 2 Italic" pitchFamily="34" charset="-122"/>
                <a:cs typeface="Exo 2 Italic" pitchFamily="34" charset="-120"/>
              </a:rPr>
              <a:t>Sicredi</a:t>
            </a:r>
            <a:r>
              <a:rPr lang="en-US" sz="700" i="1">
                <a:solidFill>
                  <a:srgbClr val="828A82"/>
                </a:solidFill>
                <a:latin typeface="Exo 2 Italic" pitchFamily="34" charset="0"/>
                <a:ea typeface="Exo 2 Italic" pitchFamily="34" charset="-122"/>
                <a:cs typeface="Exo 2 Italic" pitchFamily="34" charset="-120"/>
              </a:rPr>
              <a:t> Asset Management</a:t>
            </a:r>
            <a:endParaRPr lang="en-US" sz="7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528EB7-B77F-4DE9-190F-4527CB52F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48" y="1296194"/>
            <a:ext cx="4257169" cy="2551113"/>
          </a:xfrm>
          <a:prstGeom prst="rect">
            <a:avLst/>
          </a:prstGeom>
        </p:spPr>
      </p:pic>
      <p:sp>
        <p:nvSpPr>
          <p:cNvPr id="5" name="Rectangle 13">
            <a:extLst>
              <a:ext uri="{FF2B5EF4-FFF2-40B4-BE49-F238E27FC236}">
                <a16:creationId xmlns:a16="http://schemas.microsoft.com/office/drawing/2014/main" id="{973CE4E3-B695-CA34-D0D8-BCCF95BA3E58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24B061E4-6716-0974-6B68-F0E5D6D2E52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C1B3609-903D-5986-A46C-0CCDC2A04C29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C1F09CD8-58BF-C3A7-A705-9C57A72E3D21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144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 descr="preencoded.png">
            <a:extLst>
              <a:ext uri="{FF2B5EF4-FFF2-40B4-BE49-F238E27FC236}">
                <a16:creationId xmlns:a16="http://schemas.microsoft.com/office/drawing/2014/main" id="{D8D287E2-6327-336D-7989-F74C930B4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5750" y="362331"/>
            <a:ext cx="381000" cy="381000"/>
          </a:xfrm>
          <a:prstGeom prst="rect">
            <a:avLst/>
          </a:prstGeom>
        </p:spPr>
      </p:pic>
      <p:sp>
        <p:nvSpPr>
          <p:cNvPr id="4" name="Object7">
            <a:extLst>
              <a:ext uri="{FF2B5EF4-FFF2-40B4-BE49-F238E27FC236}">
                <a16:creationId xmlns:a16="http://schemas.microsoft.com/office/drawing/2014/main" id="{7F080026-EF0C-1BA5-06AE-EFE99669ABD6}"/>
              </a:ext>
            </a:extLst>
          </p:cNvPr>
          <p:cNvSpPr/>
          <p:nvPr/>
        </p:nvSpPr>
        <p:spPr>
          <a:xfrm>
            <a:off x="421307" y="480633"/>
            <a:ext cx="83242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Cenário Prospectivo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2E540EF-B83A-212C-4D11-411B76DCA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529" y="1334811"/>
            <a:ext cx="4614576" cy="24738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2B867D0-5338-C281-2AA5-96EF4C4CD6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529" y="1334811"/>
            <a:ext cx="4614576" cy="247387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11DB010-A421-837B-75C7-2E30CC8C0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6529" y="1334810"/>
            <a:ext cx="4614576" cy="2473879"/>
          </a:xfrm>
          <a:prstGeom prst="rect">
            <a:avLst/>
          </a:prstGeom>
        </p:spPr>
      </p:pic>
      <p:sp>
        <p:nvSpPr>
          <p:cNvPr id="9" name="Rectangle 13">
            <a:extLst>
              <a:ext uri="{FF2B5EF4-FFF2-40B4-BE49-F238E27FC236}">
                <a16:creationId xmlns:a16="http://schemas.microsoft.com/office/drawing/2014/main" id="{9A897985-A028-624D-2A11-F13CD3CCDE09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18388FF8-6921-DCCB-4FC3-E2AE7504F92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7F85291-3D08-48DD-D598-38574B248BEF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E3246F-9A4C-26ED-026D-6B3AD9B81B9B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702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103C-CE0B-69AB-A4FB-4484FEA7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EB64C51E-6A6E-B995-8856-141D3663F89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A167B17C-4DAE-61B3-6B6E-D1425E240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A3982A-4905-78AB-641D-9263BE61F7AA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52130D9D-6F35-CBEF-0141-8C81F6711A19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References – </a:t>
            </a:r>
            <a:r>
              <a:rPr lang="en-US" sz="40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Instiucional</a:t>
            </a:r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 design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6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45656-40E8-1198-90EF-4DCC19EB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F31F62C-E1A3-A3A5-47C8-21D1CAAF45F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708E04B7-0270-B18D-7A12-5C67F6003E1D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3755E-7CBC-C217-063A-E8624445B006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2E1962E-54CD-37F7-0EFA-1BB6A14C6CAE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9D49D0E0-241A-A594-AD3A-F687EEA236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64C83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626308" y="132877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05C6E66-D0F1-CAA6-3A62-40C8BB41B6D8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7BA7D7D8-D0D4-0C76-6B55-739964FFDB17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pic>
        <p:nvPicPr>
          <p:cNvPr id="29" name="Imagem 28" descr="Forma&#10;&#10;O conteúdo gerado por IA pode estar incorreto.">
            <a:extLst>
              <a:ext uri="{FF2B5EF4-FFF2-40B4-BE49-F238E27FC236}">
                <a16:creationId xmlns:a16="http://schemas.microsoft.com/office/drawing/2014/main" id="{CFB27F40-B1EA-48DF-3D8F-823C07810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5" y="662152"/>
            <a:ext cx="3990038" cy="1048050"/>
          </a:xfrm>
          <a:prstGeom prst="rect">
            <a:avLst/>
          </a:prstGeom>
        </p:spPr>
      </p:pic>
      <p:pic>
        <p:nvPicPr>
          <p:cNvPr id="33" name="Imagem 32" descr="Texto&#10;&#10;O conteúdo gerado por IA pode estar incorreto.">
            <a:extLst>
              <a:ext uri="{FF2B5EF4-FFF2-40B4-BE49-F238E27FC236}">
                <a16:creationId xmlns:a16="http://schemas.microsoft.com/office/drawing/2014/main" id="{4786845B-6380-B134-FCA0-41460C956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818" y="150185"/>
            <a:ext cx="3206774" cy="542591"/>
          </a:xfrm>
          <a:prstGeom prst="rect">
            <a:avLst/>
          </a:prstGeom>
        </p:spPr>
      </p:pic>
      <p:pic>
        <p:nvPicPr>
          <p:cNvPr id="34" name="Imagem 33" descr="Texto&#10;&#10;O conteúdo gerado por IA pode estar incorreto.">
            <a:extLst>
              <a:ext uri="{FF2B5EF4-FFF2-40B4-BE49-F238E27FC236}">
                <a16:creationId xmlns:a16="http://schemas.microsoft.com/office/drawing/2014/main" id="{5DB6B3D7-DEC7-19B0-31E6-19A39FC52B2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79782" y="528740"/>
            <a:ext cx="3206774" cy="542591"/>
          </a:xfrm>
          <a:prstGeom prst="rect">
            <a:avLst/>
          </a:prstGeom>
        </p:spPr>
      </p:pic>
      <p:pic>
        <p:nvPicPr>
          <p:cNvPr id="35" name="Imagem 34" descr="Forma&#10;&#10;O conteúdo gerado por IA pode estar incorreto.">
            <a:extLst>
              <a:ext uri="{FF2B5EF4-FFF2-40B4-BE49-F238E27FC236}">
                <a16:creationId xmlns:a16="http://schemas.microsoft.com/office/drawing/2014/main" id="{0DFBCBF8-BA0F-020C-1B29-F97899A5F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351" y="915621"/>
            <a:ext cx="3042168" cy="49381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5468EBA-1C9D-AE03-BDE0-8FAE65FC6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821" y="2266850"/>
            <a:ext cx="4224179" cy="172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3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91E4-7641-94DC-F100-250B85E3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640CA363-DC48-3D91-C29B-D03941339F2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FE95DADB-249C-A98E-D96B-51F6BE57D9DF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C3523F-EF98-41C0-6F36-68F359CB1B44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7BC82CF-87C3-60F0-5D06-09A1824DB412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D95E6CC6-E82A-CB43-F54B-C46588B5E893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0179CAC4-80B6-DF16-00C0-27127A4DAFB6}"/>
              </a:ext>
            </a:extLst>
          </p:cNvPr>
          <p:cNvCxnSpPr>
            <a:cxnSpLocks/>
          </p:cNvCxnSpPr>
          <p:nvPr/>
        </p:nvCxnSpPr>
        <p:spPr>
          <a:xfrm flipV="1">
            <a:off x="620751" y="2614549"/>
            <a:ext cx="4453682" cy="77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2017FB85-343D-25C3-DE84-0DA6D7A26DF4}"/>
              </a:ext>
            </a:extLst>
          </p:cNvPr>
          <p:cNvSpPr/>
          <p:nvPr/>
        </p:nvSpPr>
        <p:spPr>
          <a:xfrm>
            <a:off x="4626366" y="2598992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891985E-A441-D5FE-C562-0BFEA09F2D3F}"/>
              </a:ext>
            </a:extLst>
          </p:cNvPr>
          <p:cNvCxnSpPr>
            <a:cxnSpLocks/>
          </p:cNvCxnSpPr>
          <p:nvPr/>
        </p:nvCxnSpPr>
        <p:spPr>
          <a:xfrm flipV="1">
            <a:off x="620751" y="2845018"/>
            <a:ext cx="4453682" cy="244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B247BD-9252-F320-F7D4-1E0B8EAD1F7A}"/>
              </a:ext>
            </a:extLst>
          </p:cNvPr>
          <p:cNvSpPr/>
          <p:nvPr/>
        </p:nvSpPr>
        <p:spPr>
          <a:xfrm>
            <a:off x="3513846" y="2829461"/>
            <a:ext cx="156600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BDBCCB9-6BD0-2EAA-7F95-273C61CFC876}"/>
              </a:ext>
            </a:extLst>
          </p:cNvPr>
          <p:cNvCxnSpPr>
            <a:cxnSpLocks/>
          </p:cNvCxnSpPr>
          <p:nvPr/>
        </p:nvCxnSpPr>
        <p:spPr>
          <a:xfrm flipV="1">
            <a:off x="620751" y="3061674"/>
            <a:ext cx="4453682" cy="2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52A2A029-1856-79B7-D82B-03C3BA6A9A1C}"/>
              </a:ext>
            </a:extLst>
          </p:cNvPr>
          <p:cNvSpPr/>
          <p:nvPr/>
        </p:nvSpPr>
        <p:spPr>
          <a:xfrm>
            <a:off x="3513846" y="3046117"/>
            <a:ext cx="1566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47ACEDE6-B469-C388-D8D6-6427C7173DB1}"/>
              </a:ext>
            </a:extLst>
          </p:cNvPr>
          <p:cNvGrpSpPr/>
          <p:nvPr/>
        </p:nvGrpSpPr>
        <p:grpSpPr>
          <a:xfrm>
            <a:off x="1281030" y="3680194"/>
            <a:ext cx="1566562" cy="1017155"/>
            <a:chOff x="562999" y="868218"/>
            <a:chExt cx="1749584" cy="1824526"/>
          </a:xfrm>
        </p:grpSpPr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7B362DFE-B316-3873-B48C-21E64A157AAA}"/>
                </a:ext>
              </a:extLst>
            </p:cNvPr>
            <p:cNvSpPr/>
            <p:nvPr/>
          </p:nvSpPr>
          <p:spPr>
            <a:xfrm>
              <a:off x="1906334" y="955198"/>
              <a:ext cx="406249" cy="406249"/>
            </a:xfrm>
            <a:prstGeom prst="rect">
              <a:avLst/>
            </a:prstGeom>
            <a:solidFill>
              <a:srgbClr val="00A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B5753833-B4B1-7CDD-2DB0-2F974454B23A}"/>
                </a:ext>
              </a:extLst>
            </p:cNvPr>
            <p:cNvSpPr/>
            <p:nvPr/>
          </p:nvSpPr>
          <p:spPr>
            <a:xfrm>
              <a:off x="1232543" y="1353706"/>
              <a:ext cx="671379" cy="671379"/>
            </a:xfrm>
            <a:prstGeom prst="rect">
              <a:avLst/>
            </a:prstGeom>
            <a:solidFill>
              <a:srgbClr val="004C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6FA6AB8C-55AA-7308-2766-09BACC0E6D19}"/>
                </a:ext>
              </a:extLst>
            </p:cNvPr>
            <p:cNvSpPr/>
            <p:nvPr/>
          </p:nvSpPr>
          <p:spPr>
            <a:xfrm>
              <a:off x="744643" y="868218"/>
              <a:ext cx="485487" cy="485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F3136B78-CB2A-D1BA-38AC-76CAEC901B03}"/>
                </a:ext>
              </a:extLst>
            </p:cNvPr>
            <p:cNvSpPr/>
            <p:nvPr/>
          </p:nvSpPr>
          <p:spPr>
            <a:xfrm>
              <a:off x="562999" y="2021365"/>
              <a:ext cx="671379" cy="671379"/>
            </a:xfrm>
            <a:prstGeom prst="rect">
              <a:avLst/>
            </a:prstGeom>
            <a:solidFill>
              <a:srgbClr val="00A2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74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BAD1-6FD8-A895-2D19-2341E49E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784F115-B539-E429-DA14-084A5CDF228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C732F3FF-5649-8C22-D24F-490522C0470B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53E78-3183-1BF9-AB7B-4422D95531B8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12AB3B-04AF-E39E-A705-DA6A601D33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4" t="50000" r="57077" b="5912"/>
          <a:stretch>
            <a:fillRect/>
          </a:stretch>
        </p:blipFill>
        <p:spPr>
          <a:xfrm>
            <a:off x="0" y="-189861"/>
            <a:ext cx="8736037" cy="5077491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6AEC4AF-4A06-579E-0B2E-3BD78D4D176A}"/>
              </a:ext>
            </a:extLst>
          </p:cNvPr>
          <p:cNvSpPr/>
          <p:nvPr/>
        </p:nvSpPr>
        <p:spPr>
          <a:xfrm>
            <a:off x="1165274" y="-189861"/>
            <a:ext cx="3406726" cy="1117795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BBCE250-866A-EF0A-B427-6F3CF9F7C383}"/>
              </a:ext>
            </a:extLst>
          </p:cNvPr>
          <p:cNvSpPr/>
          <p:nvPr/>
        </p:nvSpPr>
        <p:spPr>
          <a:xfrm>
            <a:off x="4820658" y="-189861"/>
            <a:ext cx="3406726" cy="1117795"/>
          </a:xfrm>
          <a:prstGeom prst="rect">
            <a:avLst/>
          </a:prstGeom>
          <a:solidFill>
            <a:srgbClr val="5A64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EAAD7F6-5AC2-52ED-7D5F-125628DDB56B}"/>
              </a:ext>
            </a:extLst>
          </p:cNvPr>
          <p:cNvSpPr/>
          <p:nvPr/>
        </p:nvSpPr>
        <p:spPr>
          <a:xfrm>
            <a:off x="1137090" y="1155622"/>
            <a:ext cx="3406726" cy="1117795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430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519E1-EBC6-FE30-51CD-E845D287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C903CFD7-510E-176F-414E-AEB92E382B8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33282A7E-EBB7-3534-3273-135F72BEF12B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63493-2305-3835-7DCD-77DE0F0CB9DF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BC8685B-45E3-F2D2-F9A6-D8DED176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7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4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1112-D6BB-97E1-95DF-F6385C88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6B5ACFF8-8722-3CD0-FA89-BDC38EB216A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1745C553-6490-6B2F-8133-78DFA0B74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4EEADB-1FB0-3AA3-A50E-D1DB62F168E6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6A4CFADC-E422-B408-82BE-DC89709D3325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References – External Samples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40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FAA25-ED13-6747-41C8-0D1BBFBF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31C9ED-57EB-BD7F-1E00-E7B6C816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CE0D2D-385D-C05E-505F-0793EF27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78" y="1078498"/>
            <a:ext cx="5244245" cy="298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42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C63C1-F906-BB2B-5712-A91AEC19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673ABD-B365-19A8-EBC6-3831B75B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DA0E4E-9BC6-F643-989D-51B98F53F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33" y="1073735"/>
            <a:ext cx="5258534" cy="29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78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70E6D-D6A3-357F-3F9D-6AE58B0C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8D2791-C1CF-C207-6098-9C7AAF047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4EB2D-8A6D-C453-D952-01B1F87C6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312" y="1045156"/>
            <a:ext cx="5201376" cy="305318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579B9B6-6596-3E42-D61C-E67F517E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496" y="1095169"/>
            <a:ext cx="524900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28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991928B-3838-9490-93A5-ABA36E6A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207" y="1080880"/>
            <a:ext cx="5277587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2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20EFD28-9D31-8878-C3C8-0D1B2F261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65" y="1073735"/>
            <a:ext cx="5344271" cy="29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87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E5AF6-4425-160B-4853-844B3C26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345CE-3E10-04A8-5544-DE422F891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7560BC-C66E-4551-7A61-68683D2D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207" y="1076116"/>
            <a:ext cx="5277587" cy="299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68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C6890-5C5C-9BF7-778F-5533CBC0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76E6A2-20FA-E5E1-BE61-3D00EE977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31A2B1-EAFD-28B7-BE6B-9D1F197A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825" y="1068972"/>
            <a:ext cx="5282350" cy="300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0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FE8AE-713F-AA15-AFAA-FFB21A13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A95ED1-49F1-70F4-0055-AF2E406B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F19A62-0878-DFCB-08D6-984E44E5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917" y="1049919"/>
            <a:ext cx="5306166" cy="304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06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85092-DBD8-BE48-A77C-65E719DB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FA1F42-D7C0-3102-6DFA-62177E7EB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E31897-2FE2-95AC-1113-9923D8FB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46" y="1054682"/>
            <a:ext cx="5339508" cy="303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06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F1FF5-D6C6-3C73-2981-93EABBDD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5A180-2050-F6A2-E974-79352E47B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345E62-4ECF-2E6B-F30E-D429BF5F7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46" y="1047537"/>
            <a:ext cx="5339508" cy="304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6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C7538-D39C-5679-E974-F0615302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C4AD56-FC1E-B102-A5C8-863EF0BFC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7A8D30-DD5A-1C1F-0AD3-23A6BEC72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680" y="528352"/>
            <a:ext cx="6382641" cy="408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13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961FC-A43D-6491-20FB-D76F2E94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42D00-24F7-5C1D-3A25-BFAA145A4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541AF8-EC7D-D995-4642-7C13993AE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009" y="390221"/>
            <a:ext cx="641598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66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BC5EA-3ECD-A0A1-216F-4624ADBA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BD13EB-C3B0-40AE-A31A-D8CF4DCC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4F942A-1AA1-43BA-AD5A-31AA3C72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69" y="764129"/>
            <a:ext cx="6354062" cy="36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48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53F05-BB16-8624-5423-516BD87E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2AB90F-5FA7-7991-1D80-E7A4235D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4FE9AA-A284-3F08-55BD-E43C426EF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17" y="535497"/>
            <a:ext cx="6392167" cy="407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07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1247C-DB81-4148-FC27-B501BD07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A308FC-A141-FC54-C0A7-2FB315223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5C2349-2949-A105-96DD-A6C58A228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98" y="468813"/>
            <a:ext cx="6387404" cy="420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E64F1-4D99-711C-4E52-8ECECEDA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4B999-A71E-AE06-11A8-17544567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E429B5-ED12-9959-6AA9-3DE2A5A7A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05" y="1245209"/>
            <a:ext cx="4682191" cy="265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6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CCFE5-C3B9-CDC1-1937-E47F1335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5AFF8A-BDC3-E951-2C8F-145A0E099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AE88FB-CE12-D726-4DC2-A18CF1091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318773"/>
            <a:ext cx="6001588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7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57FFF-9480-1012-8AE6-7AD65B33F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BE0F63-8BD5-8C5F-6C07-D204CE42F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51A6D3-FE61-E4A7-2B5D-E1E8AAFC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98" y="554550"/>
            <a:ext cx="7111405" cy="40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2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F149A-4009-4B32-50DE-EFD8B8DC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9A877A-AB1A-0438-47B2-50AF94DD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AAC783-1B4D-3274-FBD9-A39DB877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92" y="549787"/>
            <a:ext cx="7187616" cy="40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47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49F9C-6435-BC09-02DA-916AA090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7E2F2F-45A6-E9FB-4ED2-CD0AA41FF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477B05-755E-6BF0-2A50-98BF0A20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3" y="542642"/>
            <a:ext cx="7154274" cy="405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76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E8CF3-C4D5-0ED4-50E6-072929A5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8F8C0-C5A3-739A-D09C-7621E5FA1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FB4A3F-512E-2813-3EB6-C6CD04038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56" y="559313"/>
            <a:ext cx="7178089" cy="402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5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DC20DED0E5DC41B594E5701EC355D6" ma:contentTypeVersion="16" ma:contentTypeDescription="Create a new document." ma:contentTypeScope="" ma:versionID="43bff51010ea70d497fcdc874a7b29fa">
  <xsd:schema xmlns:xsd="http://www.w3.org/2001/XMLSchema" xmlns:xs="http://www.w3.org/2001/XMLSchema" xmlns:p="http://schemas.microsoft.com/office/2006/metadata/properties" xmlns:ns1="http://schemas.microsoft.com/sharepoint/v3" xmlns:ns2="5e87b325-610f-43f7-a21d-438371a53df3" xmlns:ns3="6f3310a6-c7d5-471e-a0af-3ce662e5ef42" targetNamespace="http://schemas.microsoft.com/office/2006/metadata/properties" ma:root="true" ma:fieldsID="9b45018a60f8d1980a09d410c2b9893a" ns1:_="" ns2:_="" ns3:_="">
    <xsd:import namespace="http://schemas.microsoft.com/sharepoint/v3"/>
    <xsd:import namespace="5e87b325-610f-43f7-a21d-438371a53df3"/>
    <xsd:import namespace="6f3310a6-c7d5-471e-a0af-3ce662e5ef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7b325-610f-43f7-a21d-438371a53d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aafb2d-38a4-4338-837a-a1537244f3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310a6-c7d5-471e-a0af-3ce662e5ef4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48d51a-4efc-4aa6-90ae-46aa9510d3ac}" ma:internalName="TaxCatchAll" ma:showField="CatchAllData" ma:web="6f3310a6-c7d5-471e-a0af-3ce662e5ef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f3310a6-c7d5-471e-a0af-3ce662e5ef42">
      <UserInfo>
        <DisplayName>Andry Signor Rodrigues</DisplayName>
        <AccountId>5452</AccountId>
        <AccountType/>
      </UserInfo>
      <UserInfo>
        <DisplayName>Flavio Vinicius Cunha de Souza</DisplayName>
        <AccountId>18257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  <lcf76f155ced4ddcb4097134ff3c332f xmlns="5e87b325-610f-43f7-a21d-438371a53df3">
      <Terms xmlns="http://schemas.microsoft.com/office/infopath/2007/PartnerControls"/>
    </lcf76f155ced4ddcb4097134ff3c332f>
    <TaxCatchAll xmlns="6f3310a6-c7d5-471e-a0af-3ce662e5ef4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24F312-E45E-487E-AA45-FB1CC78A5B87}">
  <ds:schemaRefs>
    <ds:schemaRef ds:uri="5e87b325-610f-43f7-a21d-438371a53df3"/>
    <ds:schemaRef ds:uri="6f3310a6-c7d5-471e-a0af-3ce662e5ef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951898-0CD6-44DE-B7D7-0F3A510E81F9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5e87b325-610f-43f7-a21d-438371a53df3"/>
    <ds:schemaRef ds:uri="6f3310a6-c7d5-471e-a0af-3ce662e5ef42"/>
    <ds:schemaRef ds:uri="http://schemas.microsoft.com/sharepoint/v3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F11F681-EAA0-44E4-9BDD-71A8CB3E07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3414</TotalTime>
  <Words>1103</Words>
  <Application>Microsoft Office PowerPoint</Application>
  <PresentationFormat>Apresentação na tela (16:9)</PresentationFormat>
  <Paragraphs>256</Paragraphs>
  <Slides>45</Slides>
  <Notes>24</Notes>
  <HiddenSlides>0</HiddenSlides>
  <MMClips>0</MMClips>
  <ScaleCrop>false</ScaleCrop>
  <HeadingPairs>
    <vt:vector size="8" baseType="variant">
      <vt:variant>
        <vt:lpstr>Fontes usadas</vt:lpstr>
      </vt:variant>
      <vt:variant>
        <vt:i4>20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67" baseType="lpstr">
      <vt:lpstr>Aptos</vt:lpstr>
      <vt:lpstr>Aptos Display</vt:lpstr>
      <vt:lpstr>Arial</vt:lpstr>
      <vt:lpstr>Calibri</vt:lpstr>
      <vt:lpstr>Calibri  </vt:lpstr>
      <vt:lpstr>Calibri Light</vt:lpstr>
      <vt:lpstr>Exo 2</vt:lpstr>
      <vt:lpstr>Exo 2 Bold Italic</vt:lpstr>
      <vt:lpstr>Exo 2 Italic</vt:lpstr>
      <vt:lpstr>Exo 2 Light</vt:lpstr>
      <vt:lpstr>Exo 2 Light Italic</vt:lpstr>
      <vt:lpstr>Exo 2.0</vt:lpstr>
      <vt:lpstr>Exo 2.0 Extra Bold</vt:lpstr>
      <vt:lpstr>Exo 2.0 Light</vt:lpstr>
      <vt:lpstr>Nunito</vt:lpstr>
      <vt:lpstr>Nunito Black</vt:lpstr>
      <vt:lpstr>Nunito Light</vt:lpstr>
      <vt:lpstr>Nunito Regular</vt:lpstr>
      <vt:lpstr>Titillium Web</vt:lpstr>
      <vt:lpstr>Wingdings</vt:lpstr>
      <vt:lpstr>1_Office Theme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Alejandro Oliver</dc:creator>
  <cp:lastModifiedBy>Andre da Rocha Trierveiler</cp:lastModifiedBy>
  <cp:revision>14</cp:revision>
  <cp:lastPrinted>2023-07-21T19:31:15Z</cp:lastPrinted>
  <dcterms:created xsi:type="dcterms:W3CDTF">2016-11-09T17:04:02Z</dcterms:created>
  <dcterms:modified xsi:type="dcterms:W3CDTF">2025-10-22T01:39:29Z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deea41-824f-4c3c-afd5-7afdfc16eee8_Enabled">
    <vt:lpwstr>true</vt:lpwstr>
  </property>
  <property fmtid="{D5CDD505-2E9C-101B-9397-08002B2CF9AE}" pid="3" name="MSIP_Label_99deea41-824f-4c3c-afd5-7afdfc16eee8_SetDate">
    <vt:lpwstr>2023-07-21T19:31:54Z</vt:lpwstr>
  </property>
  <property fmtid="{D5CDD505-2E9C-101B-9397-08002B2CF9AE}" pid="4" name="MSIP_Label_99deea41-824f-4c3c-afd5-7afdfc16eee8_Method">
    <vt:lpwstr>Standard</vt:lpwstr>
  </property>
  <property fmtid="{D5CDD505-2E9C-101B-9397-08002B2CF9AE}" pid="5" name="MSIP_Label_99deea41-824f-4c3c-afd5-7afdfc16eee8_Name">
    <vt:lpwstr>99deea41-824f-4c3c-afd5-7afdfc16eee8</vt:lpwstr>
  </property>
  <property fmtid="{D5CDD505-2E9C-101B-9397-08002B2CF9AE}" pid="6" name="MSIP_Label_99deea41-824f-4c3c-afd5-7afdfc16eee8_SiteId">
    <vt:lpwstr>3223964c-6e1f-48ba-b705-423351281a8c</vt:lpwstr>
  </property>
  <property fmtid="{D5CDD505-2E9C-101B-9397-08002B2CF9AE}" pid="7" name="MSIP_Label_99deea41-824f-4c3c-afd5-7afdfc16eee8_ActionId">
    <vt:lpwstr>7ad83fab-d2a4-46a1-87e8-d1b7502e1363</vt:lpwstr>
  </property>
  <property fmtid="{D5CDD505-2E9C-101B-9397-08002B2CF9AE}" pid="8" name="MSIP_Label_99deea41-824f-4c3c-afd5-7afdfc16eee8_ContentBits">
    <vt:lpwstr>2</vt:lpwstr>
  </property>
  <property fmtid="{D5CDD505-2E9C-101B-9397-08002B2CF9AE}" pid="9" name="ContentTypeId">
    <vt:lpwstr>0x01010074DC20DED0E5DC41B594E5701EC355D6</vt:lpwstr>
  </property>
  <property fmtid="{D5CDD505-2E9C-101B-9397-08002B2CF9AE}" pid="10" name="MediaServiceImageTags">
    <vt:lpwstr/>
  </property>
</Properties>
</file>